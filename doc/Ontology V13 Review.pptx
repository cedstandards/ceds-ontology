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4"/>
  </p:sldMasterIdLst>
  <p:notesMasterIdLst>
    <p:notesMasterId r:id="rId34"/>
  </p:notesMasterIdLst>
  <p:handoutMasterIdLst>
    <p:handoutMasterId r:id="rId35"/>
  </p:handoutMasterIdLst>
  <p:sldIdLst>
    <p:sldId id="261" r:id="rId5"/>
    <p:sldId id="288" r:id="rId6"/>
    <p:sldId id="290" r:id="rId7"/>
    <p:sldId id="291" r:id="rId8"/>
    <p:sldId id="294" r:id="rId9"/>
    <p:sldId id="295" r:id="rId10"/>
    <p:sldId id="293" r:id="rId11"/>
    <p:sldId id="296" r:id="rId12"/>
    <p:sldId id="297" r:id="rId13"/>
    <p:sldId id="298" r:id="rId14"/>
    <p:sldId id="299" r:id="rId15"/>
    <p:sldId id="301" r:id="rId16"/>
    <p:sldId id="302" r:id="rId17"/>
    <p:sldId id="303" r:id="rId18"/>
    <p:sldId id="304" r:id="rId19"/>
    <p:sldId id="305" r:id="rId20"/>
    <p:sldId id="312" r:id="rId21"/>
    <p:sldId id="306" r:id="rId22"/>
    <p:sldId id="307" r:id="rId23"/>
    <p:sldId id="308" r:id="rId24"/>
    <p:sldId id="309" r:id="rId25"/>
    <p:sldId id="310" r:id="rId26"/>
    <p:sldId id="313" r:id="rId27"/>
    <p:sldId id="314" r:id="rId28"/>
    <p:sldId id="315" r:id="rId29"/>
    <p:sldId id="316" r:id="rId30"/>
    <p:sldId id="317" r:id="rId31"/>
    <p:sldId id="318" r:id="rId32"/>
    <p:sldId id="319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D53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EEB3DAC-2FFA-4746-B7FE-EC7D0EA58E77}" v="83" dt="2025-11-05T16:50:28.882"/>
  </p1510:revLst>
</p1510:revInfo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94" autoAdjust="0"/>
  </p:normalViewPr>
  <p:slideViewPr>
    <p:cSldViewPr snapToGrid="0">
      <p:cViewPr varScale="1">
        <p:scale>
          <a:sx n="104" d="100"/>
          <a:sy n="104" d="100"/>
        </p:scale>
        <p:origin x="144" y="17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42" Type="http://schemas.microsoft.com/office/2018/10/relationships/authors" Target="author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uane Brown" userId="fcc0bd7f-5f11-4b73-9894-6c3f3d7359ed" providerId="ADAL" clId="{362A347E-ADF3-4103-A9D2-92C042578CB8}"/>
    <pc:docChg chg="undo custSel addSld delSld modSld">
      <pc:chgData name="Duane Brown" userId="fcc0bd7f-5f11-4b73-9894-6c3f3d7359ed" providerId="ADAL" clId="{362A347E-ADF3-4103-A9D2-92C042578CB8}" dt="2025-11-05T16:50:40.318" v="2298" actId="1076"/>
      <pc:docMkLst>
        <pc:docMk/>
      </pc:docMkLst>
      <pc:sldChg chg="modSp mod">
        <pc:chgData name="Duane Brown" userId="fcc0bd7f-5f11-4b73-9894-6c3f3d7359ed" providerId="ADAL" clId="{362A347E-ADF3-4103-A9D2-92C042578CB8}" dt="2025-11-04T17:10:40.114" v="26" actId="1076"/>
        <pc:sldMkLst>
          <pc:docMk/>
          <pc:sldMk cId="3666674671" sldId="261"/>
        </pc:sldMkLst>
        <pc:spChg chg="mod">
          <ac:chgData name="Duane Brown" userId="fcc0bd7f-5f11-4b73-9894-6c3f3d7359ed" providerId="ADAL" clId="{362A347E-ADF3-4103-A9D2-92C042578CB8}" dt="2025-11-04T17:10:40.114" v="26" actId="1076"/>
          <ac:spMkLst>
            <pc:docMk/>
            <pc:sldMk cId="3666674671" sldId="261"/>
            <ac:spMk id="2" creationId="{9635F5E3-2B1C-7C0A-8581-67A9052D13AA}"/>
          </ac:spMkLst>
        </pc:spChg>
        <pc:picChg chg="mod">
          <ac:chgData name="Duane Brown" userId="fcc0bd7f-5f11-4b73-9894-6c3f3d7359ed" providerId="ADAL" clId="{362A347E-ADF3-4103-A9D2-92C042578CB8}" dt="2025-11-04T17:10:35.556" v="25" actId="1076"/>
          <ac:picMkLst>
            <pc:docMk/>
            <pc:sldMk cId="3666674671" sldId="261"/>
            <ac:picMk id="9" creationId="{E60E3A72-CA13-7107-E943-5F62ED7493D8}"/>
          </ac:picMkLst>
        </pc:picChg>
      </pc:sldChg>
      <pc:sldChg chg="modSp del mod">
        <pc:chgData name="Duane Brown" userId="fcc0bd7f-5f11-4b73-9894-6c3f3d7359ed" providerId="ADAL" clId="{362A347E-ADF3-4103-A9D2-92C042578CB8}" dt="2025-11-05T14:49:20.858" v="2129" actId="47"/>
        <pc:sldMkLst>
          <pc:docMk/>
          <pc:sldMk cId="837402205" sldId="264"/>
        </pc:sldMkLst>
        <pc:spChg chg="mod">
          <ac:chgData name="Duane Brown" userId="fcc0bd7f-5f11-4b73-9894-6c3f3d7359ed" providerId="ADAL" clId="{362A347E-ADF3-4103-A9D2-92C042578CB8}" dt="2025-11-05T14:49:15.743" v="2128" actId="20577"/>
          <ac:spMkLst>
            <pc:docMk/>
            <pc:sldMk cId="837402205" sldId="264"/>
            <ac:spMk id="2" creationId="{47A9874B-BCA9-8420-1595-EDD1865A099A}"/>
          </ac:spMkLst>
        </pc:spChg>
      </pc:sldChg>
      <pc:sldChg chg="addSp delSp modSp mod">
        <pc:chgData name="Duane Brown" userId="fcc0bd7f-5f11-4b73-9894-6c3f3d7359ed" providerId="ADAL" clId="{362A347E-ADF3-4103-A9D2-92C042578CB8}" dt="2025-11-04T18:29:45.261" v="181" actId="20577"/>
        <pc:sldMkLst>
          <pc:docMk/>
          <pc:sldMk cId="1038351183" sldId="288"/>
        </pc:sldMkLst>
        <pc:spChg chg="add mod">
          <ac:chgData name="Duane Brown" userId="fcc0bd7f-5f11-4b73-9894-6c3f3d7359ed" providerId="ADAL" clId="{362A347E-ADF3-4103-A9D2-92C042578CB8}" dt="2025-11-04T18:29:45.261" v="181" actId="20577"/>
          <ac:spMkLst>
            <pc:docMk/>
            <pc:sldMk cId="1038351183" sldId="288"/>
            <ac:spMk id="4" creationId="{5323F65F-6A1E-9372-4AC3-285B7225547F}"/>
          </ac:spMkLst>
        </pc:spChg>
        <pc:graphicFrameChg chg="del modGraphic">
          <ac:chgData name="Duane Brown" userId="fcc0bd7f-5f11-4b73-9894-6c3f3d7359ed" providerId="ADAL" clId="{362A347E-ADF3-4103-A9D2-92C042578CB8}" dt="2025-11-04T17:11:32.549" v="53" actId="478"/>
          <ac:graphicFrameMkLst>
            <pc:docMk/>
            <pc:sldMk cId="1038351183" sldId="288"/>
            <ac:graphicFrameMk id="13" creationId="{36BA3415-D240-CC4B-8EB9-81D45EB44D25}"/>
          </ac:graphicFrameMkLst>
        </pc:graphicFrameChg>
      </pc:sldChg>
      <pc:sldChg chg="delSp modSp mod">
        <pc:chgData name="Duane Brown" userId="fcc0bd7f-5f11-4b73-9894-6c3f3d7359ed" providerId="ADAL" clId="{362A347E-ADF3-4103-A9D2-92C042578CB8}" dt="2025-11-04T18:33:08.748" v="848" actId="20577"/>
        <pc:sldMkLst>
          <pc:docMk/>
          <pc:sldMk cId="333564862" sldId="290"/>
        </pc:sldMkLst>
        <pc:spChg chg="mod">
          <ac:chgData name="Duane Brown" userId="fcc0bd7f-5f11-4b73-9894-6c3f3d7359ed" providerId="ADAL" clId="{362A347E-ADF3-4103-A9D2-92C042578CB8}" dt="2025-11-04T18:33:08.748" v="848" actId="20577"/>
          <ac:spMkLst>
            <pc:docMk/>
            <pc:sldMk cId="333564862" sldId="290"/>
            <ac:spMk id="2" creationId="{5BFA7ABC-BBE3-BDD5-9B11-C920D92C08C9}"/>
          </ac:spMkLst>
        </pc:spChg>
        <pc:spChg chg="del">
          <ac:chgData name="Duane Brown" userId="fcc0bd7f-5f11-4b73-9894-6c3f3d7359ed" providerId="ADAL" clId="{362A347E-ADF3-4103-A9D2-92C042578CB8}" dt="2025-11-04T18:29:58.353" v="197" actId="478"/>
          <ac:spMkLst>
            <pc:docMk/>
            <pc:sldMk cId="333564862" sldId="290"/>
            <ac:spMk id="3" creationId="{3DCAFEB9-68BF-FEAF-26BE-32494D44CB1E}"/>
          </ac:spMkLst>
        </pc:spChg>
        <pc:spChg chg="mod">
          <ac:chgData name="Duane Brown" userId="fcc0bd7f-5f11-4b73-9894-6c3f3d7359ed" providerId="ADAL" clId="{362A347E-ADF3-4103-A9D2-92C042578CB8}" dt="2025-11-04T18:32:44.017" v="840" actId="14100"/>
          <ac:spMkLst>
            <pc:docMk/>
            <pc:sldMk cId="333564862" sldId="290"/>
            <ac:spMk id="4" creationId="{97AB2440-C4B3-EE0D-311C-B10E2AA21130}"/>
          </ac:spMkLst>
        </pc:spChg>
      </pc:sldChg>
      <pc:sldChg chg="delSp modSp mod">
        <pc:chgData name="Duane Brown" userId="fcc0bd7f-5f11-4b73-9894-6c3f3d7359ed" providerId="ADAL" clId="{362A347E-ADF3-4103-A9D2-92C042578CB8}" dt="2025-11-04T18:44:50.016" v="1104" actId="20577"/>
        <pc:sldMkLst>
          <pc:docMk/>
          <pc:sldMk cId="522444126" sldId="291"/>
        </pc:sldMkLst>
        <pc:spChg chg="mod">
          <ac:chgData name="Duane Brown" userId="fcc0bd7f-5f11-4b73-9894-6c3f3d7359ed" providerId="ADAL" clId="{362A347E-ADF3-4103-A9D2-92C042578CB8}" dt="2025-11-04T18:33:25.237" v="892" actId="20577"/>
          <ac:spMkLst>
            <pc:docMk/>
            <pc:sldMk cId="522444126" sldId="291"/>
            <ac:spMk id="2" creationId="{7ABEE955-21B9-0B6E-B13D-6053E3BF6C10}"/>
          </ac:spMkLst>
        </pc:spChg>
        <pc:spChg chg="del">
          <ac:chgData name="Duane Brown" userId="fcc0bd7f-5f11-4b73-9894-6c3f3d7359ed" providerId="ADAL" clId="{362A347E-ADF3-4103-A9D2-92C042578CB8}" dt="2025-11-04T18:33:27.135" v="893" actId="478"/>
          <ac:spMkLst>
            <pc:docMk/>
            <pc:sldMk cId="522444126" sldId="291"/>
            <ac:spMk id="3" creationId="{82B8A5AA-8022-C7EA-AD72-23738D85DE90}"/>
          </ac:spMkLst>
        </pc:spChg>
        <pc:spChg chg="mod">
          <ac:chgData name="Duane Brown" userId="fcc0bd7f-5f11-4b73-9894-6c3f3d7359ed" providerId="ADAL" clId="{362A347E-ADF3-4103-A9D2-92C042578CB8}" dt="2025-11-04T18:44:50.016" v="1104" actId="20577"/>
          <ac:spMkLst>
            <pc:docMk/>
            <pc:sldMk cId="522444126" sldId="291"/>
            <ac:spMk id="4" creationId="{689CC110-0815-6F24-60C3-129FEB22A0ED}"/>
          </ac:spMkLst>
        </pc:spChg>
      </pc:sldChg>
      <pc:sldChg chg="delSp del mod">
        <pc:chgData name="Duane Brown" userId="fcc0bd7f-5f11-4b73-9894-6c3f3d7359ed" providerId="ADAL" clId="{362A347E-ADF3-4103-A9D2-92C042578CB8}" dt="2025-11-05T14:49:01.767" v="2105" actId="47"/>
        <pc:sldMkLst>
          <pc:docMk/>
          <pc:sldMk cId="3968693878" sldId="292"/>
        </pc:sldMkLst>
        <pc:spChg chg="del">
          <ac:chgData name="Duane Brown" userId="fcc0bd7f-5f11-4b73-9894-6c3f3d7359ed" providerId="ADAL" clId="{362A347E-ADF3-4103-A9D2-92C042578CB8}" dt="2025-11-04T18:35:54.892" v="957" actId="478"/>
          <ac:spMkLst>
            <pc:docMk/>
            <pc:sldMk cId="3968693878" sldId="292"/>
            <ac:spMk id="2" creationId="{09098AEE-1093-CB6F-EC03-C1CAC3F11E83}"/>
          </ac:spMkLst>
        </pc:spChg>
        <pc:spChg chg="del">
          <ac:chgData name="Duane Brown" userId="fcc0bd7f-5f11-4b73-9894-6c3f3d7359ed" providerId="ADAL" clId="{362A347E-ADF3-4103-A9D2-92C042578CB8}" dt="2025-11-04T18:35:54.118" v="956" actId="478"/>
          <ac:spMkLst>
            <pc:docMk/>
            <pc:sldMk cId="3968693878" sldId="292"/>
            <ac:spMk id="3" creationId="{6A3AB3E6-0585-848A-3683-28B85B24E47C}"/>
          </ac:spMkLst>
        </pc:spChg>
        <pc:spChg chg="del">
          <ac:chgData name="Duane Brown" userId="fcc0bd7f-5f11-4b73-9894-6c3f3d7359ed" providerId="ADAL" clId="{362A347E-ADF3-4103-A9D2-92C042578CB8}" dt="2025-11-04T18:35:52.829" v="955" actId="478"/>
          <ac:spMkLst>
            <pc:docMk/>
            <pc:sldMk cId="3968693878" sldId="292"/>
            <ac:spMk id="4" creationId="{86277320-9813-E87C-678E-55DB223EE239}"/>
          </ac:spMkLst>
        </pc:spChg>
      </pc:sldChg>
      <pc:sldChg chg="addSp delSp modSp add mod">
        <pc:chgData name="Duane Brown" userId="fcc0bd7f-5f11-4b73-9894-6c3f3d7359ed" providerId="ADAL" clId="{362A347E-ADF3-4103-A9D2-92C042578CB8}" dt="2025-11-04T18:55:26.192" v="1213" actId="692"/>
        <pc:sldMkLst>
          <pc:docMk/>
          <pc:sldMk cId="3517373933" sldId="293"/>
        </pc:sldMkLst>
        <pc:spChg chg="del">
          <ac:chgData name="Duane Brown" userId="fcc0bd7f-5f11-4b73-9894-6c3f3d7359ed" providerId="ADAL" clId="{362A347E-ADF3-4103-A9D2-92C042578CB8}" dt="2025-11-04T18:49:05.106" v="1130" actId="478"/>
          <ac:spMkLst>
            <pc:docMk/>
            <pc:sldMk cId="3517373933" sldId="293"/>
            <ac:spMk id="4" creationId="{615197AC-EE35-86E9-3DB6-62931BEB1191}"/>
          </ac:spMkLst>
        </pc:spChg>
        <pc:spChg chg="add del mod">
          <ac:chgData name="Duane Brown" userId="fcc0bd7f-5f11-4b73-9894-6c3f3d7359ed" providerId="ADAL" clId="{362A347E-ADF3-4103-A9D2-92C042578CB8}" dt="2025-11-04T18:49:10.836" v="1131" actId="478"/>
          <ac:spMkLst>
            <pc:docMk/>
            <pc:sldMk cId="3517373933" sldId="293"/>
            <ac:spMk id="11" creationId="{B008C6DA-E2AC-7EAF-B73A-5AD9E13BDBDC}"/>
          </ac:spMkLst>
        </pc:spChg>
        <pc:spChg chg="add mod">
          <ac:chgData name="Duane Brown" userId="fcc0bd7f-5f11-4b73-9894-6c3f3d7359ed" providerId="ADAL" clId="{362A347E-ADF3-4103-A9D2-92C042578CB8}" dt="2025-11-04T18:49:47.175" v="1141" actId="1036"/>
          <ac:spMkLst>
            <pc:docMk/>
            <pc:sldMk cId="3517373933" sldId="293"/>
            <ac:spMk id="12" creationId="{8E4328DE-AC6A-CAE7-A2C8-11058D69D477}"/>
          </ac:spMkLst>
        </pc:spChg>
        <pc:spChg chg="add mod">
          <ac:chgData name="Duane Brown" userId="fcc0bd7f-5f11-4b73-9894-6c3f3d7359ed" providerId="ADAL" clId="{362A347E-ADF3-4103-A9D2-92C042578CB8}" dt="2025-11-04T18:49:57.537" v="1146" actId="1035"/>
          <ac:spMkLst>
            <pc:docMk/>
            <pc:sldMk cId="3517373933" sldId="293"/>
            <ac:spMk id="13" creationId="{5C25B67A-D862-E127-C81C-6E183CC90D74}"/>
          </ac:spMkLst>
        </pc:spChg>
        <pc:spChg chg="add mod">
          <ac:chgData name="Duane Brown" userId="fcc0bd7f-5f11-4b73-9894-6c3f3d7359ed" providerId="ADAL" clId="{362A347E-ADF3-4103-A9D2-92C042578CB8}" dt="2025-11-04T18:50:04.384" v="1151" actId="1037"/>
          <ac:spMkLst>
            <pc:docMk/>
            <pc:sldMk cId="3517373933" sldId="293"/>
            <ac:spMk id="14" creationId="{71BA0F9B-2692-BC7E-1C1F-4C026DADC13F}"/>
          </ac:spMkLst>
        </pc:spChg>
        <pc:spChg chg="add mod">
          <ac:chgData name="Duane Brown" userId="fcc0bd7f-5f11-4b73-9894-6c3f3d7359ed" providerId="ADAL" clId="{362A347E-ADF3-4103-A9D2-92C042578CB8}" dt="2025-11-04T18:50:23.178" v="1159" actId="14100"/>
          <ac:spMkLst>
            <pc:docMk/>
            <pc:sldMk cId="3517373933" sldId="293"/>
            <ac:spMk id="15" creationId="{4E867A7E-0F1C-AFA8-DEFC-F58C7E06A93A}"/>
          </ac:spMkLst>
        </pc:spChg>
        <pc:spChg chg="add mod">
          <ac:chgData name="Duane Brown" userId="fcc0bd7f-5f11-4b73-9894-6c3f3d7359ed" providerId="ADAL" clId="{362A347E-ADF3-4103-A9D2-92C042578CB8}" dt="2025-11-04T18:50:40.301" v="1164" actId="14100"/>
          <ac:spMkLst>
            <pc:docMk/>
            <pc:sldMk cId="3517373933" sldId="293"/>
            <ac:spMk id="16" creationId="{CFE8C64A-C2E0-E888-5EFD-B034CE1DF8CA}"/>
          </ac:spMkLst>
        </pc:spChg>
        <pc:spChg chg="add mod">
          <ac:chgData name="Duane Brown" userId="fcc0bd7f-5f11-4b73-9894-6c3f3d7359ed" providerId="ADAL" clId="{362A347E-ADF3-4103-A9D2-92C042578CB8}" dt="2025-11-04T18:50:51.629" v="1166" actId="1076"/>
          <ac:spMkLst>
            <pc:docMk/>
            <pc:sldMk cId="3517373933" sldId="293"/>
            <ac:spMk id="17" creationId="{8836DF1D-885C-5131-CB55-4044F1CA7090}"/>
          </ac:spMkLst>
        </pc:spChg>
        <pc:spChg chg="add mod">
          <ac:chgData name="Duane Brown" userId="fcc0bd7f-5f11-4b73-9894-6c3f3d7359ed" providerId="ADAL" clId="{362A347E-ADF3-4103-A9D2-92C042578CB8}" dt="2025-11-04T18:51:02.614" v="1177" actId="1037"/>
          <ac:spMkLst>
            <pc:docMk/>
            <pc:sldMk cId="3517373933" sldId="293"/>
            <ac:spMk id="18" creationId="{FF0F41A8-C2E1-B2D8-1BE2-EAD2EF1D6385}"/>
          </ac:spMkLst>
        </pc:spChg>
        <pc:spChg chg="add mod">
          <ac:chgData name="Duane Brown" userId="fcc0bd7f-5f11-4b73-9894-6c3f3d7359ed" providerId="ADAL" clId="{362A347E-ADF3-4103-A9D2-92C042578CB8}" dt="2025-11-04T18:51:09.155" v="1179" actId="1076"/>
          <ac:spMkLst>
            <pc:docMk/>
            <pc:sldMk cId="3517373933" sldId="293"/>
            <ac:spMk id="19" creationId="{76ED8EB3-4DDB-6D30-5AEE-BACAD47584D8}"/>
          </ac:spMkLst>
        </pc:spChg>
        <pc:spChg chg="add mod">
          <ac:chgData name="Duane Brown" userId="fcc0bd7f-5f11-4b73-9894-6c3f3d7359ed" providerId="ADAL" clId="{362A347E-ADF3-4103-A9D2-92C042578CB8}" dt="2025-11-04T18:51:30.949" v="1182" actId="1076"/>
          <ac:spMkLst>
            <pc:docMk/>
            <pc:sldMk cId="3517373933" sldId="293"/>
            <ac:spMk id="20" creationId="{F528AE47-7754-75FE-BB4E-854F6C44C114}"/>
          </ac:spMkLst>
        </pc:spChg>
        <pc:spChg chg="add mod">
          <ac:chgData name="Duane Brown" userId="fcc0bd7f-5f11-4b73-9894-6c3f3d7359ed" providerId="ADAL" clId="{362A347E-ADF3-4103-A9D2-92C042578CB8}" dt="2025-11-04T18:51:36.369" v="1185" actId="14100"/>
          <ac:spMkLst>
            <pc:docMk/>
            <pc:sldMk cId="3517373933" sldId="293"/>
            <ac:spMk id="21" creationId="{13BB4D34-51C5-F4EE-0FED-1C82EE18B1BE}"/>
          </ac:spMkLst>
        </pc:spChg>
        <pc:spChg chg="add mod">
          <ac:chgData name="Duane Brown" userId="fcc0bd7f-5f11-4b73-9894-6c3f3d7359ed" providerId="ADAL" clId="{362A347E-ADF3-4103-A9D2-92C042578CB8}" dt="2025-11-04T18:51:40.815" v="1187" actId="1076"/>
          <ac:spMkLst>
            <pc:docMk/>
            <pc:sldMk cId="3517373933" sldId="293"/>
            <ac:spMk id="22" creationId="{0F94CF01-F5BF-1F2D-DF2D-21DE19CCFF3D}"/>
          </ac:spMkLst>
        </pc:spChg>
        <pc:spChg chg="add mod">
          <ac:chgData name="Duane Brown" userId="fcc0bd7f-5f11-4b73-9894-6c3f3d7359ed" providerId="ADAL" clId="{362A347E-ADF3-4103-A9D2-92C042578CB8}" dt="2025-11-04T18:51:47.997" v="1191" actId="1036"/>
          <ac:spMkLst>
            <pc:docMk/>
            <pc:sldMk cId="3517373933" sldId="293"/>
            <ac:spMk id="23" creationId="{9AA6C83F-9C32-2C95-8DDE-9831F157AA1A}"/>
          </ac:spMkLst>
        </pc:spChg>
        <pc:spChg chg="add mod">
          <ac:chgData name="Duane Brown" userId="fcc0bd7f-5f11-4b73-9894-6c3f3d7359ed" providerId="ADAL" clId="{362A347E-ADF3-4103-A9D2-92C042578CB8}" dt="2025-11-04T18:54:12.556" v="1209" actId="14100"/>
          <ac:spMkLst>
            <pc:docMk/>
            <pc:sldMk cId="3517373933" sldId="293"/>
            <ac:spMk id="26" creationId="{6DD122CC-0E20-0D09-B1EC-D8BE63DD94D7}"/>
          </ac:spMkLst>
        </pc:spChg>
        <pc:picChg chg="add mod">
          <ac:chgData name="Duane Brown" userId="fcc0bd7f-5f11-4b73-9894-6c3f3d7359ed" providerId="ADAL" clId="{362A347E-ADF3-4103-A9D2-92C042578CB8}" dt="2025-11-04T18:55:26.192" v="1213" actId="692"/>
          <ac:picMkLst>
            <pc:docMk/>
            <pc:sldMk cId="3517373933" sldId="293"/>
            <ac:picMk id="5" creationId="{35CCEADC-4A8F-037E-0797-FC03875188D7}"/>
          </ac:picMkLst>
        </pc:picChg>
        <pc:picChg chg="add del mod">
          <ac:chgData name="Duane Brown" userId="fcc0bd7f-5f11-4b73-9894-6c3f3d7359ed" providerId="ADAL" clId="{362A347E-ADF3-4103-A9D2-92C042578CB8}" dt="2025-11-04T18:47:41.173" v="1112" actId="22"/>
          <ac:picMkLst>
            <pc:docMk/>
            <pc:sldMk cId="3517373933" sldId="293"/>
            <ac:picMk id="7" creationId="{0AA95153-3E85-0AD5-02AD-D8E40354BF6B}"/>
          </ac:picMkLst>
        </pc:picChg>
        <pc:picChg chg="add mod">
          <ac:chgData name="Duane Brown" userId="fcc0bd7f-5f11-4b73-9894-6c3f3d7359ed" providerId="ADAL" clId="{362A347E-ADF3-4103-A9D2-92C042578CB8}" dt="2025-11-04T18:49:23.102" v="1132" actId="1076"/>
          <ac:picMkLst>
            <pc:docMk/>
            <pc:sldMk cId="3517373933" sldId="293"/>
            <ac:picMk id="9" creationId="{D1B2465C-EC08-CC81-B57E-317DBFABFB20}"/>
          </ac:picMkLst>
        </pc:picChg>
        <pc:picChg chg="add mod">
          <ac:chgData name="Duane Brown" userId="fcc0bd7f-5f11-4b73-9894-6c3f3d7359ed" providerId="ADAL" clId="{362A347E-ADF3-4103-A9D2-92C042578CB8}" dt="2025-11-04T18:53:48.110" v="1206" actId="692"/>
          <ac:picMkLst>
            <pc:docMk/>
            <pc:sldMk cId="3517373933" sldId="293"/>
            <ac:picMk id="25" creationId="{399AC852-8ACD-AD15-8307-AD8CA5A677C5}"/>
          </ac:picMkLst>
        </pc:picChg>
      </pc:sldChg>
      <pc:sldChg chg="delSp modSp add mod">
        <pc:chgData name="Duane Brown" userId="fcc0bd7f-5f11-4b73-9894-6c3f3d7359ed" providerId="ADAL" clId="{362A347E-ADF3-4103-A9D2-92C042578CB8}" dt="2025-11-04T18:55:11.547" v="1211" actId="692"/>
        <pc:sldMkLst>
          <pc:docMk/>
          <pc:sldMk cId="2912588324" sldId="294"/>
        </pc:sldMkLst>
        <pc:picChg chg="mod">
          <ac:chgData name="Duane Brown" userId="fcc0bd7f-5f11-4b73-9894-6c3f3d7359ed" providerId="ADAL" clId="{362A347E-ADF3-4103-A9D2-92C042578CB8}" dt="2025-11-04T18:55:11.547" v="1211" actId="692"/>
          <ac:picMkLst>
            <pc:docMk/>
            <pc:sldMk cId="2912588324" sldId="294"/>
            <ac:picMk id="5" creationId="{CB357400-D221-67EF-6946-14270D45476B}"/>
          </ac:picMkLst>
        </pc:picChg>
        <pc:picChg chg="del">
          <ac:chgData name="Duane Brown" userId="fcc0bd7f-5f11-4b73-9894-6c3f3d7359ed" providerId="ADAL" clId="{362A347E-ADF3-4103-A9D2-92C042578CB8}" dt="2025-11-04T18:48:47.870" v="1116" actId="478"/>
          <ac:picMkLst>
            <pc:docMk/>
            <pc:sldMk cId="2912588324" sldId="294"/>
            <ac:picMk id="9" creationId="{A67C292D-7309-ED98-408B-3F8E2F1BF261}"/>
          </ac:picMkLst>
        </pc:picChg>
      </pc:sldChg>
      <pc:sldChg chg="delSp modSp add mod">
        <pc:chgData name="Duane Brown" userId="fcc0bd7f-5f11-4b73-9894-6c3f3d7359ed" providerId="ADAL" clId="{362A347E-ADF3-4103-A9D2-92C042578CB8}" dt="2025-11-04T18:55:20.586" v="1212" actId="692"/>
        <pc:sldMkLst>
          <pc:docMk/>
          <pc:sldMk cId="3094432301" sldId="295"/>
        </pc:sldMkLst>
        <pc:picChg chg="mod">
          <ac:chgData name="Duane Brown" userId="fcc0bd7f-5f11-4b73-9894-6c3f3d7359ed" providerId="ADAL" clId="{362A347E-ADF3-4103-A9D2-92C042578CB8}" dt="2025-11-04T18:55:20.586" v="1212" actId="692"/>
          <ac:picMkLst>
            <pc:docMk/>
            <pc:sldMk cId="3094432301" sldId="295"/>
            <ac:picMk id="5" creationId="{8B8E3AF6-429E-3AD2-B646-1A7A774309BF}"/>
          </ac:picMkLst>
        </pc:picChg>
        <pc:picChg chg="del">
          <ac:chgData name="Duane Brown" userId="fcc0bd7f-5f11-4b73-9894-6c3f3d7359ed" providerId="ADAL" clId="{362A347E-ADF3-4103-A9D2-92C042578CB8}" dt="2025-11-04T18:53:29.179" v="1194" actId="478"/>
          <ac:picMkLst>
            <pc:docMk/>
            <pc:sldMk cId="3094432301" sldId="295"/>
            <ac:picMk id="25" creationId="{2A02B49D-3772-3D00-E877-86ABAA460C79}"/>
          </ac:picMkLst>
        </pc:picChg>
      </pc:sldChg>
      <pc:sldChg chg="modSp add mod">
        <pc:chgData name="Duane Brown" userId="fcc0bd7f-5f11-4b73-9894-6c3f3d7359ed" providerId="ADAL" clId="{362A347E-ADF3-4103-A9D2-92C042578CB8}" dt="2025-11-04T18:55:30.610" v="1214" actId="692"/>
        <pc:sldMkLst>
          <pc:docMk/>
          <pc:sldMk cId="400861864" sldId="296"/>
        </pc:sldMkLst>
        <pc:picChg chg="mod">
          <ac:chgData name="Duane Brown" userId="fcc0bd7f-5f11-4b73-9894-6c3f3d7359ed" providerId="ADAL" clId="{362A347E-ADF3-4103-A9D2-92C042578CB8}" dt="2025-11-04T18:55:30.610" v="1214" actId="692"/>
          <ac:picMkLst>
            <pc:docMk/>
            <pc:sldMk cId="400861864" sldId="296"/>
            <ac:picMk id="5" creationId="{7D437C8B-DCB4-A975-94AB-EF467DF266A6}"/>
          </ac:picMkLst>
        </pc:picChg>
      </pc:sldChg>
      <pc:sldChg chg="modSp add mod">
        <pc:chgData name="Duane Brown" userId="fcc0bd7f-5f11-4b73-9894-6c3f3d7359ed" providerId="ADAL" clId="{362A347E-ADF3-4103-A9D2-92C042578CB8}" dt="2025-11-04T18:58:50.817" v="1498" actId="20577"/>
        <pc:sldMkLst>
          <pc:docMk/>
          <pc:sldMk cId="585890521" sldId="297"/>
        </pc:sldMkLst>
        <pc:spChg chg="mod">
          <ac:chgData name="Duane Brown" userId="fcc0bd7f-5f11-4b73-9894-6c3f3d7359ed" providerId="ADAL" clId="{362A347E-ADF3-4103-A9D2-92C042578CB8}" dt="2025-11-04T18:58:50.817" v="1498" actId="20577"/>
          <ac:spMkLst>
            <pc:docMk/>
            <pc:sldMk cId="585890521" sldId="297"/>
            <ac:spMk id="4" creationId="{7DC258FA-2948-44FB-A371-73A2FB90BDA9}"/>
          </ac:spMkLst>
        </pc:spChg>
      </pc:sldChg>
      <pc:sldChg chg="addSp delSp modSp add mod">
        <pc:chgData name="Duane Brown" userId="fcc0bd7f-5f11-4b73-9894-6c3f3d7359ed" providerId="ADAL" clId="{362A347E-ADF3-4103-A9D2-92C042578CB8}" dt="2025-11-05T14:56:26.732" v="2170" actId="1038"/>
        <pc:sldMkLst>
          <pc:docMk/>
          <pc:sldMk cId="371234930" sldId="298"/>
        </pc:sldMkLst>
        <pc:spChg chg="mod ord">
          <ac:chgData name="Duane Brown" userId="fcc0bd7f-5f11-4b73-9894-6c3f3d7359ed" providerId="ADAL" clId="{362A347E-ADF3-4103-A9D2-92C042578CB8}" dt="2025-11-04T20:19:44.615" v="1572" actId="20577"/>
          <ac:spMkLst>
            <pc:docMk/>
            <pc:sldMk cId="371234930" sldId="298"/>
            <ac:spMk id="4" creationId="{21A576DA-DA3E-578A-DCCB-B4325CDC69B4}"/>
          </ac:spMkLst>
        </pc:spChg>
        <pc:spChg chg="add mod">
          <ac:chgData name="Duane Brown" userId="fcc0bd7f-5f11-4b73-9894-6c3f3d7359ed" providerId="ADAL" clId="{362A347E-ADF3-4103-A9D2-92C042578CB8}" dt="2025-11-05T14:56:26.732" v="2170" actId="1038"/>
          <ac:spMkLst>
            <pc:docMk/>
            <pc:sldMk cId="371234930" sldId="298"/>
            <ac:spMk id="6" creationId="{A361DF18-6458-3FDF-B5D8-AACC4AFB6DE3}"/>
          </ac:spMkLst>
        </pc:spChg>
        <pc:spChg chg="add mod">
          <ac:chgData name="Duane Brown" userId="fcc0bd7f-5f11-4b73-9894-6c3f3d7359ed" providerId="ADAL" clId="{362A347E-ADF3-4103-A9D2-92C042578CB8}" dt="2025-11-05T14:55:17.303" v="2155" actId="14100"/>
          <ac:spMkLst>
            <pc:docMk/>
            <pc:sldMk cId="371234930" sldId="298"/>
            <ac:spMk id="7" creationId="{79F61756-9470-120D-466B-F3E98BE9964F}"/>
          </ac:spMkLst>
        </pc:spChg>
        <pc:spChg chg="add mod">
          <ac:chgData name="Duane Brown" userId="fcc0bd7f-5f11-4b73-9894-6c3f3d7359ed" providerId="ADAL" clId="{362A347E-ADF3-4103-A9D2-92C042578CB8}" dt="2025-11-05T14:56:18.605" v="2160" actId="1035"/>
          <ac:spMkLst>
            <pc:docMk/>
            <pc:sldMk cId="371234930" sldId="298"/>
            <ac:spMk id="8" creationId="{9EB24A07-074E-3C0C-D2C3-7CB04B20EA29}"/>
          </ac:spMkLst>
        </pc:spChg>
        <pc:spChg chg="add mod">
          <ac:chgData name="Duane Brown" userId="fcc0bd7f-5f11-4b73-9894-6c3f3d7359ed" providerId="ADAL" clId="{362A347E-ADF3-4103-A9D2-92C042578CB8}" dt="2025-11-05T14:54:45.485" v="2146" actId="14100"/>
          <ac:spMkLst>
            <pc:docMk/>
            <pc:sldMk cId="371234930" sldId="298"/>
            <ac:spMk id="9" creationId="{25C89CC5-3D8A-40A3-BA75-A26E15394023}"/>
          </ac:spMkLst>
        </pc:spChg>
        <pc:spChg chg="add mod">
          <ac:chgData name="Duane Brown" userId="fcc0bd7f-5f11-4b73-9894-6c3f3d7359ed" providerId="ADAL" clId="{362A347E-ADF3-4103-A9D2-92C042578CB8}" dt="2025-11-04T20:20:12.505" v="1578" actId="14100"/>
          <ac:spMkLst>
            <pc:docMk/>
            <pc:sldMk cId="371234930" sldId="298"/>
            <ac:spMk id="12" creationId="{B30F6C40-AD7E-5ECF-BFD3-D50B446419A0}"/>
          </ac:spMkLst>
        </pc:spChg>
        <pc:spChg chg="add mod">
          <ac:chgData name="Duane Brown" userId="fcc0bd7f-5f11-4b73-9894-6c3f3d7359ed" providerId="ADAL" clId="{362A347E-ADF3-4103-A9D2-92C042578CB8}" dt="2025-11-04T20:20:17.689" v="1580" actId="1076"/>
          <ac:spMkLst>
            <pc:docMk/>
            <pc:sldMk cId="371234930" sldId="298"/>
            <ac:spMk id="13" creationId="{034885C3-9E88-FAD3-8787-2C6CC56F97B1}"/>
          </ac:spMkLst>
        </pc:spChg>
        <pc:spChg chg="add mod">
          <ac:chgData name="Duane Brown" userId="fcc0bd7f-5f11-4b73-9894-6c3f3d7359ed" providerId="ADAL" clId="{362A347E-ADF3-4103-A9D2-92C042578CB8}" dt="2025-11-05T14:55:09.097" v="2152" actId="14100"/>
          <ac:spMkLst>
            <pc:docMk/>
            <pc:sldMk cId="371234930" sldId="298"/>
            <ac:spMk id="14" creationId="{EDC6DA05-6C9D-3424-F3FD-C9C6622A0F11}"/>
          </ac:spMkLst>
        </pc:spChg>
        <pc:picChg chg="add del mod">
          <ac:chgData name="Duane Brown" userId="fcc0bd7f-5f11-4b73-9894-6c3f3d7359ed" providerId="ADAL" clId="{362A347E-ADF3-4103-A9D2-92C042578CB8}" dt="2025-11-04T20:18:28.328" v="1536" actId="478"/>
          <ac:picMkLst>
            <pc:docMk/>
            <pc:sldMk cId="371234930" sldId="298"/>
            <ac:picMk id="5" creationId="{37DC7810-E223-4A95-7440-70E7505D9B17}"/>
          </ac:picMkLst>
        </pc:picChg>
        <pc:picChg chg="add mod ord">
          <ac:chgData name="Duane Brown" userId="fcc0bd7f-5f11-4b73-9894-6c3f3d7359ed" providerId="ADAL" clId="{362A347E-ADF3-4103-A9D2-92C042578CB8}" dt="2025-11-04T20:19:25.001" v="1549" actId="170"/>
          <ac:picMkLst>
            <pc:docMk/>
            <pc:sldMk cId="371234930" sldId="298"/>
            <ac:picMk id="11" creationId="{5284732E-5CA9-7155-4DD6-AC50F458AC15}"/>
          </ac:picMkLst>
        </pc:picChg>
      </pc:sldChg>
      <pc:sldChg chg="modSp add mod">
        <pc:chgData name="Duane Brown" userId="fcc0bd7f-5f11-4b73-9894-6c3f3d7359ed" providerId="ADAL" clId="{362A347E-ADF3-4103-A9D2-92C042578CB8}" dt="2025-11-05T14:25:34.242" v="1963" actId="20577"/>
        <pc:sldMkLst>
          <pc:docMk/>
          <pc:sldMk cId="3963261055" sldId="299"/>
        </pc:sldMkLst>
        <pc:spChg chg="mod">
          <ac:chgData name="Duane Brown" userId="fcc0bd7f-5f11-4b73-9894-6c3f3d7359ed" providerId="ADAL" clId="{362A347E-ADF3-4103-A9D2-92C042578CB8}" dt="2025-11-05T14:25:34.242" v="1963" actId="20577"/>
          <ac:spMkLst>
            <pc:docMk/>
            <pc:sldMk cId="3963261055" sldId="299"/>
            <ac:spMk id="2" creationId="{F71A3F70-E7A0-0361-357E-8262BAFCBB35}"/>
          </ac:spMkLst>
        </pc:spChg>
        <pc:spChg chg="mod">
          <ac:chgData name="Duane Brown" userId="fcc0bd7f-5f11-4b73-9894-6c3f3d7359ed" providerId="ADAL" clId="{362A347E-ADF3-4103-A9D2-92C042578CB8}" dt="2025-11-05T14:24:38.947" v="1912" actId="6549"/>
          <ac:spMkLst>
            <pc:docMk/>
            <pc:sldMk cId="3963261055" sldId="299"/>
            <ac:spMk id="4" creationId="{FD8EC80C-1210-878A-AD90-B971D9D39BD9}"/>
          </ac:spMkLst>
        </pc:spChg>
      </pc:sldChg>
      <pc:sldChg chg="addSp delSp modSp new del mod">
        <pc:chgData name="Duane Brown" userId="fcc0bd7f-5f11-4b73-9894-6c3f3d7359ed" providerId="ADAL" clId="{362A347E-ADF3-4103-A9D2-92C042578CB8}" dt="2025-11-05T14:49:00.328" v="2104" actId="47"/>
        <pc:sldMkLst>
          <pc:docMk/>
          <pc:sldMk cId="1983642422" sldId="300"/>
        </pc:sldMkLst>
        <pc:spChg chg="del">
          <ac:chgData name="Duane Brown" userId="fcc0bd7f-5f11-4b73-9894-6c3f3d7359ed" providerId="ADAL" clId="{362A347E-ADF3-4103-A9D2-92C042578CB8}" dt="2025-11-04T21:06:21.361" v="1602" actId="478"/>
          <ac:spMkLst>
            <pc:docMk/>
            <pc:sldMk cId="1983642422" sldId="300"/>
            <ac:spMk id="2" creationId="{C2B1E7CA-133D-9D6B-C8C5-9A8CEB1C3D6A}"/>
          </ac:spMkLst>
        </pc:spChg>
        <pc:spChg chg="del">
          <ac:chgData name="Duane Brown" userId="fcc0bd7f-5f11-4b73-9894-6c3f3d7359ed" providerId="ADAL" clId="{362A347E-ADF3-4103-A9D2-92C042578CB8}" dt="2025-11-04T21:06:22.664" v="1603" actId="478"/>
          <ac:spMkLst>
            <pc:docMk/>
            <pc:sldMk cId="1983642422" sldId="300"/>
            <ac:spMk id="3" creationId="{CC9AB088-2988-09FE-4C9F-40DDF2E179FF}"/>
          </ac:spMkLst>
        </pc:spChg>
        <pc:spChg chg="del">
          <ac:chgData name="Duane Brown" userId="fcc0bd7f-5f11-4b73-9894-6c3f3d7359ed" providerId="ADAL" clId="{362A347E-ADF3-4103-A9D2-92C042578CB8}" dt="2025-11-04T21:06:23.504" v="1604" actId="478"/>
          <ac:spMkLst>
            <pc:docMk/>
            <pc:sldMk cId="1983642422" sldId="300"/>
            <ac:spMk id="4" creationId="{83B4F6A4-0CD8-126C-F81E-9831A1858ADE}"/>
          </ac:spMkLst>
        </pc:spChg>
        <pc:spChg chg="add mod">
          <ac:chgData name="Duane Brown" userId="fcc0bd7f-5f11-4b73-9894-6c3f3d7359ed" providerId="ADAL" clId="{362A347E-ADF3-4103-A9D2-92C042578CB8}" dt="2025-11-04T21:06:36.766" v="1606" actId="207"/>
          <ac:spMkLst>
            <pc:docMk/>
            <pc:sldMk cId="1983642422" sldId="300"/>
            <ac:spMk id="5" creationId="{AEC1D67C-A9C7-FD3E-53FA-86F775C9660D}"/>
          </ac:spMkLst>
        </pc:spChg>
      </pc:sldChg>
      <pc:sldChg chg="addSp delSp modSp add mod">
        <pc:chgData name="Duane Brown" userId="fcc0bd7f-5f11-4b73-9894-6c3f3d7359ed" providerId="ADAL" clId="{362A347E-ADF3-4103-A9D2-92C042578CB8}" dt="2025-11-04T21:34:18.445" v="1637" actId="1076"/>
        <pc:sldMkLst>
          <pc:docMk/>
          <pc:sldMk cId="447972984" sldId="301"/>
        </pc:sldMkLst>
        <pc:graphicFrameChg chg="add del mod">
          <ac:chgData name="Duane Brown" userId="fcc0bd7f-5f11-4b73-9894-6c3f3d7359ed" providerId="ADAL" clId="{362A347E-ADF3-4103-A9D2-92C042578CB8}" dt="2025-11-04T21:10:45.409" v="1619" actId="478"/>
          <ac:graphicFrameMkLst>
            <pc:docMk/>
            <pc:sldMk cId="447972984" sldId="301"/>
            <ac:graphicFrameMk id="2" creationId="{72FB294A-1E3E-3775-DAF6-327F8137C2B2}"/>
          </ac:graphicFrameMkLst>
        </pc:graphicFrameChg>
        <pc:picChg chg="add del mod">
          <ac:chgData name="Duane Brown" userId="fcc0bd7f-5f11-4b73-9894-6c3f3d7359ed" providerId="ADAL" clId="{362A347E-ADF3-4103-A9D2-92C042578CB8}" dt="2025-11-04T21:13:58.327" v="1625" actId="478"/>
          <ac:picMkLst>
            <pc:docMk/>
            <pc:sldMk cId="447972984" sldId="301"/>
            <ac:picMk id="4" creationId="{4BF346EB-0965-19C6-2D7C-DF02D5E38019}"/>
          </ac:picMkLst>
        </pc:picChg>
        <pc:picChg chg="add del mod">
          <ac:chgData name="Duane Brown" userId="fcc0bd7f-5f11-4b73-9894-6c3f3d7359ed" providerId="ADAL" clId="{362A347E-ADF3-4103-A9D2-92C042578CB8}" dt="2025-11-04T21:17:50.211" v="1629" actId="478"/>
          <ac:picMkLst>
            <pc:docMk/>
            <pc:sldMk cId="447972984" sldId="301"/>
            <ac:picMk id="7" creationId="{9A14D6A1-2AEB-BE97-3635-D5F8B89130F7}"/>
          </ac:picMkLst>
        </pc:picChg>
        <pc:picChg chg="add mod">
          <ac:chgData name="Duane Brown" userId="fcc0bd7f-5f11-4b73-9894-6c3f3d7359ed" providerId="ADAL" clId="{362A347E-ADF3-4103-A9D2-92C042578CB8}" dt="2025-11-04T21:34:18.445" v="1637" actId="1076"/>
          <ac:picMkLst>
            <pc:docMk/>
            <pc:sldMk cId="447972984" sldId="301"/>
            <ac:picMk id="9" creationId="{7C4207AF-B009-2E3F-8A0C-A90FAD0B9EC4}"/>
          </ac:picMkLst>
        </pc:picChg>
        <pc:picChg chg="add mod">
          <ac:chgData name="Duane Brown" userId="fcc0bd7f-5f11-4b73-9894-6c3f3d7359ed" providerId="ADAL" clId="{362A347E-ADF3-4103-A9D2-92C042578CB8}" dt="2025-11-04T21:34:15.433" v="1636" actId="1076"/>
          <ac:picMkLst>
            <pc:docMk/>
            <pc:sldMk cId="447972984" sldId="301"/>
            <ac:picMk id="11" creationId="{0488C115-924E-F10B-8F26-8B7BF517B996}"/>
          </ac:picMkLst>
        </pc:picChg>
      </pc:sldChg>
      <pc:sldChg chg="addSp delSp modSp add mod">
        <pc:chgData name="Duane Brown" userId="fcc0bd7f-5f11-4b73-9894-6c3f3d7359ed" providerId="ADAL" clId="{362A347E-ADF3-4103-A9D2-92C042578CB8}" dt="2025-11-05T16:45:31.430" v="2201" actId="14100"/>
        <pc:sldMkLst>
          <pc:docMk/>
          <pc:sldMk cId="309198810" sldId="302"/>
        </pc:sldMkLst>
        <pc:picChg chg="add del mod">
          <ac:chgData name="Duane Brown" userId="fcc0bd7f-5f11-4b73-9894-6c3f3d7359ed" providerId="ADAL" clId="{362A347E-ADF3-4103-A9D2-92C042578CB8}" dt="2025-11-04T21:20:03.764" v="1634" actId="478"/>
          <ac:picMkLst>
            <pc:docMk/>
            <pc:sldMk cId="309198810" sldId="302"/>
            <ac:picMk id="3" creationId="{F6138C13-4022-FAE8-1031-85D811FB4FD8}"/>
          </ac:picMkLst>
        </pc:picChg>
        <pc:picChg chg="add mod">
          <ac:chgData name="Duane Brown" userId="fcc0bd7f-5f11-4b73-9894-6c3f3d7359ed" providerId="ADAL" clId="{362A347E-ADF3-4103-A9D2-92C042578CB8}" dt="2025-11-04T21:34:48.923" v="1639" actId="1076"/>
          <ac:picMkLst>
            <pc:docMk/>
            <pc:sldMk cId="309198810" sldId="302"/>
            <ac:picMk id="6" creationId="{42C3F46B-A7BE-2097-D27C-8D17E6598021}"/>
          </ac:picMkLst>
        </pc:picChg>
        <pc:picChg chg="add mod">
          <ac:chgData name="Duane Brown" userId="fcc0bd7f-5f11-4b73-9894-6c3f3d7359ed" providerId="ADAL" clId="{362A347E-ADF3-4103-A9D2-92C042578CB8}" dt="2025-11-04T21:35:22.213" v="1641" actId="1076"/>
          <ac:picMkLst>
            <pc:docMk/>
            <pc:sldMk cId="309198810" sldId="302"/>
            <ac:picMk id="8" creationId="{6071E608-9C12-2EF0-15D2-392D61B454B1}"/>
          </ac:picMkLst>
        </pc:picChg>
        <pc:cxnChg chg="add mod">
          <ac:chgData name="Duane Brown" userId="fcc0bd7f-5f11-4b73-9894-6c3f3d7359ed" providerId="ADAL" clId="{362A347E-ADF3-4103-A9D2-92C042578CB8}" dt="2025-11-05T16:45:24.389" v="2198" actId="692"/>
          <ac:cxnSpMkLst>
            <pc:docMk/>
            <pc:sldMk cId="309198810" sldId="302"/>
            <ac:cxnSpMk id="10" creationId="{4D900BF1-1A5F-7D7F-4FBC-D11E89811A94}"/>
          </ac:cxnSpMkLst>
        </pc:cxnChg>
        <pc:cxnChg chg="add mod">
          <ac:chgData name="Duane Brown" userId="fcc0bd7f-5f11-4b73-9894-6c3f3d7359ed" providerId="ADAL" clId="{362A347E-ADF3-4103-A9D2-92C042578CB8}" dt="2025-11-05T16:45:31.430" v="2201" actId="14100"/>
          <ac:cxnSpMkLst>
            <pc:docMk/>
            <pc:sldMk cId="309198810" sldId="302"/>
            <ac:cxnSpMk id="11" creationId="{60FA9F63-5052-3DA3-0F9F-D8F459604AC6}"/>
          </ac:cxnSpMkLst>
        </pc:cxnChg>
      </pc:sldChg>
      <pc:sldChg chg="addSp add mod">
        <pc:chgData name="Duane Brown" userId="fcc0bd7f-5f11-4b73-9894-6c3f3d7359ed" providerId="ADAL" clId="{362A347E-ADF3-4103-A9D2-92C042578CB8}" dt="2025-11-04T21:36:47.037" v="1642" actId="22"/>
        <pc:sldMkLst>
          <pc:docMk/>
          <pc:sldMk cId="2545278102" sldId="303"/>
        </pc:sldMkLst>
        <pc:picChg chg="add">
          <ac:chgData name="Duane Brown" userId="fcc0bd7f-5f11-4b73-9894-6c3f3d7359ed" providerId="ADAL" clId="{362A347E-ADF3-4103-A9D2-92C042578CB8}" dt="2025-11-04T21:36:47.037" v="1642" actId="22"/>
          <ac:picMkLst>
            <pc:docMk/>
            <pc:sldMk cId="2545278102" sldId="303"/>
            <ac:picMk id="3" creationId="{9A803637-07C0-65B9-F00F-7BD15378E0F9}"/>
          </ac:picMkLst>
        </pc:picChg>
      </pc:sldChg>
      <pc:sldChg chg="addSp modSp add mod">
        <pc:chgData name="Duane Brown" userId="fcc0bd7f-5f11-4b73-9894-6c3f3d7359ed" providerId="ADAL" clId="{362A347E-ADF3-4103-A9D2-92C042578CB8}" dt="2025-11-04T21:38:56.875" v="1663" actId="1036"/>
        <pc:sldMkLst>
          <pc:docMk/>
          <pc:sldMk cId="2490674153" sldId="304"/>
        </pc:sldMkLst>
        <pc:picChg chg="add mod ord">
          <ac:chgData name="Duane Brown" userId="fcc0bd7f-5f11-4b73-9894-6c3f3d7359ed" providerId="ADAL" clId="{362A347E-ADF3-4103-A9D2-92C042578CB8}" dt="2025-11-04T21:38:56.875" v="1663" actId="1036"/>
          <ac:picMkLst>
            <pc:docMk/>
            <pc:sldMk cId="2490674153" sldId="304"/>
            <ac:picMk id="3" creationId="{45A9A053-03A1-5E89-9C06-781F851DB245}"/>
          </ac:picMkLst>
        </pc:picChg>
        <pc:picChg chg="add mod ord">
          <ac:chgData name="Duane Brown" userId="fcc0bd7f-5f11-4b73-9894-6c3f3d7359ed" providerId="ADAL" clId="{362A347E-ADF3-4103-A9D2-92C042578CB8}" dt="2025-11-04T21:38:04.189" v="1651" actId="166"/>
          <ac:picMkLst>
            <pc:docMk/>
            <pc:sldMk cId="2490674153" sldId="304"/>
            <ac:picMk id="6" creationId="{6649A0DF-CF22-6C58-3B01-9BBC6D3A083B}"/>
          </ac:picMkLst>
        </pc:picChg>
        <pc:picChg chg="add mod">
          <ac:chgData name="Duane Brown" userId="fcc0bd7f-5f11-4b73-9894-6c3f3d7359ed" providerId="ADAL" clId="{362A347E-ADF3-4103-A9D2-92C042578CB8}" dt="2025-11-04T21:38:17.301" v="1653" actId="1076"/>
          <ac:picMkLst>
            <pc:docMk/>
            <pc:sldMk cId="2490674153" sldId="304"/>
            <ac:picMk id="8" creationId="{1E325D02-7FE5-29CD-65D9-7AF0F56C83B1}"/>
          </ac:picMkLst>
        </pc:picChg>
        <pc:picChg chg="add mod">
          <ac:chgData name="Duane Brown" userId="fcc0bd7f-5f11-4b73-9894-6c3f3d7359ed" providerId="ADAL" clId="{362A347E-ADF3-4103-A9D2-92C042578CB8}" dt="2025-11-04T21:38:31.822" v="1656" actId="1076"/>
          <ac:picMkLst>
            <pc:docMk/>
            <pc:sldMk cId="2490674153" sldId="304"/>
            <ac:picMk id="10" creationId="{8CF50B15-C27A-6D52-52C0-AB28FB18518D}"/>
          </ac:picMkLst>
        </pc:picChg>
        <pc:picChg chg="add mod">
          <ac:chgData name="Duane Brown" userId="fcc0bd7f-5f11-4b73-9894-6c3f3d7359ed" providerId="ADAL" clId="{362A347E-ADF3-4103-A9D2-92C042578CB8}" dt="2025-11-04T21:38:45.482" v="1658" actId="1076"/>
          <ac:picMkLst>
            <pc:docMk/>
            <pc:sldMk cId="2490674153" sldId="304"/>
            <ac:picMk id="12" creationId="{5AACC23F-4E77-B82D-30A7-7F841E06DE0C}"/>
          </ac:picMkLst>
        </pc:picChg>
        <pc:picChg chg="add mod">
          <ac:chgData name="Duane Brown" userId="fcc0bd7f-5f11-4b73-9894-6c3f3d7359ed" providerId="ADAL" clId="{362A347E-ADF3-4103-A9D2-92C042578CB8}" dt="2025-11-04T21:38:52.247" v="1661" actId="14100"/>
          <ac:picMkLst>
            <pc:docMk/>
            <pc:sldMk cId="2490674153" sldId="304"/>
            <ac:picMk id="13" creationId="{BDC0C88B-E3B5-3D98-243B-35A118207733}"/>
          </ac:picMkLst>
        </pc:picChg>
      </pc:sldChg>
      <pc:sldChg chg="addSp modSp add mod">
        <pc:chgData name="Duane Brown" userId="fcc0bd7f-5f11-4b73-9894-6c3f3d7359ed" providerId="ADAL" clId="{362A347E-ADF3-4103-A9D2-92C042578CB8}" dt="2025-11-04T21:40:15.768" v="1671" actId="1076"/>
        <pc:sldMkLst>
          <pc:docMk/>
          <pc:sldMk cId="1505213762" sldId="305"/>
        </pc:sldMkLst>
        <pc:picChg chg="add mod">
          <ac:chgData name="Duane Brown" userId="fcc0bd7f-5f11-4b73-9894-6c3f3d7359ed" providerId="ADAL" clId="{362A347E-ADF3-4103-A9D2-92C042578CB8}" dt="2025-11-04T21:39:25.922" v="1665" actId="1076"/>
          <ac:picMkLst>
            <pc:docMk/>
            <pc:sldMk cId="1505213762" sldId="305"/>
            <ac:picMk id="3" creationId="{0CDA7E4C-DF35-650B-E504-DF068A69132E}"/>
          </ac:picMkLst>
        </pc:picChg>
        <pc:picChg chg="add mod">
          <ac:chgData name="Duane Brown" userId="fcc0bd7f-5f11-4b73-9894-6c3f3d7359ed" providerId="ADAL" clId="{362A347E-ADF3-4103-A9D2-92C042578CB8}" dt="2025-11-04T21:39:38.038" v="1667" actId="1076"/>
          <ac:picMkLst>
            <pc:docMk/>
            <pc:sldMk cId="1505213762" sldId="305"/>
            <ac:picMk id="6" creationId="{6A346574-6F44-5C52-70BC-7948DDCD75B3}"/>
          </ac:picMkLst>
        </pc:picChg>
        <pc:picChg chg="add mod">
          <ac:chgData name="Duane Brown" userId="fcc0bd7f-5f11-4b73-9894-6c3f3d7359ed" providerId="ADAL" clId="{362A347E-ADF3-4103-A9D2-92C042578CB8}" dt="2025-11-04T21:40:00.040" v="1669" actId="1076"/>
          <ac:picMkLst>
            <pc:docMk/>
            <pc:sldMk cId="1505213762" sldId="305"/>
            <ac:picMk id="8" creationId="{8E496C83-F6E5-80A4-EB5A-C2D5A16108D5}"/>
          </ac:picMkLst>
        </pc:picChg>
        <pc:picChg chg="add mod">
          <ac:chgData name="Duane Brown" userId="fcc0bd7f-5f11-4b73-9894-6c3f3d7359ed" providerId="ADAL" clId="{362A347E-ADF3-4103-A9D2-92C042578CB8}" dt="2025-11-04T21:40:15.768" v="1671" actId="1076"/>
          <ac:picMkLst>
            <pc:docMk/>
            <pc:sldMk cId="1505213762" sldId="305"/>
            <ac:picMk id="10" creationId="{570E2F40-C88E-362A-3032-A23140965012}"/>
          </ac:picMkLst>
        </pc:picChg>
      </pc:sldChg>
      <pc:sldChg chg="addSp modSp add mod">
        <pc:chgData name="Duane Brown" userId="fcc0bd7f-5f11-4b73-9894-6c3f3d7359ed" providerId="ADAL" clId="{362A347E-ADF3-4103-A9D2-92C042578CB8}" dt="2025-11-05T16:49:13.670" v="2281" actId="1076"/>
        <pc:sldMkLst>
          <pc:docMk/>
          <pc:sldMk cId="2135733522" sldId="306"/>
        </pc:sldMkLst>
        <pc:spChg chg="mod">
          <ac:chgData name="Duane Brown" userId="fcc0bd7f-5f11-4b73-9894-6c3f3d7359ed" providerId="ADAL" clId="{362A347E-ADF3-4103-A9D2-92C042578CB8}" dt="2025-11-04T21:42:27.544" v="1856" actId="1076"/>
          <ac:spMkLst>
            <pc:docMk/>
            <pc:sldMk cId="2135733522" sldId="306"/>
            <ac:spMk id="5" creationId="{2D45A645-3313-2287-2ABC-1FB03BE70D78}"/>
          </ac:spMkLst>
        </pc:spChg>
        <pc:spChg chg="add mod">
          <ac:chgData name="Duane Brown" userId="fcc0bd7f-5f11-4b73-9894-6c3f3d7359ed" providerId="ADAL" clId="{362A347E-ADF3-4103-A9D2-92C042578CB8}" dt="2025-11-05T16:49:13.670" v="2281" actId="1076"/>
          <ac:spMkLst>
            <pc:docMk/>
            <pc:sldMk cId="2135733522" sldId="306"/>
            <ac:spMk id="9" creationId="{2F77E479-07C5-CAD4-1B10-67377E2B2B33}"/>
          </ac:spMkLst>
        </pc:spChg>
        <pc:spChg chg="add mod">
          <ac:chgData name="Duane Brown" userId="fcc0bd7f-5f11-4b73-9894-6c3f3d7359ed" providerId="ADAL" clId="{362A347E-ADF3-4103-A9D2-92C042578CB8}" dt="2025-11-05T16:49:11.109" v="2280" actId="1076"/>
          <ac:spMkLst>
            <pc:docMk/>
            <pc:sldMk cId="2135733522" sldId="306"/>
            <ac:spMk id="10" creationId="{349FFD56-B8C7-975D-4F47-21EA8F31534F}"/>
          </ac:spMkLst>
        </pc:spChg>
        <pc:picChg chg="add mod">
          <ac:chgData name="Duane Brown" userId="fcc0bd7f-5f11-4b73-9894-6c3f3d7359ed" providerId="ADAL" clId="{362A347E-ADF3-4103-A9D2-92C042578CB8}" dt="2025-11-04T21:42:37.739" v="1858" actId="1076"/>
          <ac:picMkLst>
            <pc:docMk/>
            <pc:sldMk cId="2135733522" sldId="306"/>
            <ac:picMk id="3" creationId="{0EC7D9F1-DAF8-9C11-6156-BE999868A80B}"/>
          </ac:picMkLst>
        </pc:picChg>
        <pc:picChg chg="add mod">
          <ac:chgData name="Duane Brown" userId="fcc0bd7f-5f11-4b73-9894-6c3f3d7359ed" providerId="ADAL" clId="{362A347E-ADF3-4103-A9D2-92C042578CB8}" dt="2025-11-04T21:42:59.006" v="1860" actId="1076"/>
          <ac:picMkLst>
            <pc:docMk/>
            <pc:sldMk cId="2135733522" sldId="306"/>
            <ac:picMk id="6" creationId="{AEAC87B1-5151-D050-ABF4-4357485099A9}"/>
          </ac:picMkLst>
        </pc:picChg>
        <pc:picChg chg="add mod">
          <ac:chgData name="Duane Brown" userId="fcc0bd7f-5f11-4b73-9894-6c3f3d7359ed" providerId="ADAL" clId="{362A347E-ADF3-4103-A9D2-92C042578CB8}" dt="2025-11-04T21:45:19.167" v="1873" actId="692"/>
          <ac:picMkLst>
            <pc:docMk/>
            <pc:sldMk cId="2135733522" sldId="306"/>
            <ac:picMk id="8" creationId="{F52CBA06-2625-FB59-CBD8-3A49F93B5CAF}"/>
          </ac:picMkLst>
        </pc:picChg>
      </pc:sldChg>
      <pc:sldChg chg="addSp delSp modSp add mod">
        <pc:chgData name="Duane Brown" userId="fcc0bd7f-5f11-4b73-9894-6c3f3d7359ed" providerId="ADAL" clId="{362A347E-ADF3-4103-A9D2-92C042578CB8}" dt="2025-11-04T21:47:30.262" v="1888" actId="1076"/>
        <pc:sldMkLst>
          <pc:docMk/>
          <pc:sldMk cId="3636546025" sldId="307"/>
        </pc:sldMkLst>
        <pc:picChg chg="add del mod">
          <ac:chgData name="Duane Brown" userId="fcc0bd7f-5f11-4b73-9894-6c3f3d7359ed" providerId="ADAL" clId="{362A347E-ADF3-4103-A9D2-92C042578CB8}" dt="2025-11-04T21:46:24.069" v="1877" actId="22"/>
          <ac:picMkLst>
            <pc:docMk/>
            <pc:sldMk cId="3636546025" sldId="307"/>
            <ac:picMk id="3" creationId="{22307C84-443D-3288-00A4-1A5531D71B42}"/>
          </ac:picMkLst>
        </pc:picChg>
        <pc:picChg chg="add mod">
          <ac:chgData name="Duane Brown" userId="fcc0bd7f-5f11-4b73-9894-6c3f3d7359ed" providerId="ADAL" clId="{362A347E-ADF3-4103-A9D2-92C042578CB8}" dt="2025-11-04T21:46:47.930" v="1882" actId="1076"/>
          <ac:picMkLst>
            <pc:docMk/>
            <pc:sldMk cId="3636546025" sldId="307"/>
            <ac:picMk id="6" creationId="{29088D53-EEC2-D3DF-1FB1-45758704F9DE}"/>
          </ac:picMkLst>
        </pc:picChg>
        <pc:picChg chg="add mod">
          <ac:chgData name="Duane Brown" userId="fcc0bd7f-5f11-4b73-9894-6c3f3d7359ed" providerId="ADAL" clId="{362A347E-ADF3-4103-A9D2-92C042578CB8}" dt="2025-11-04T21:46:43.119" v="1880" actId="1076"/>
          <ac:picMkLst>
            <pc:docMk/>
            <pc:sldMk cId="3636546025" sldId="307"/>
            <ac:picMk id="8" creationId="{354F66A2-3DB5-4560-703C-A1E28BACFC6C}"/>
          </ac:picMkLst>
        </pc:picChg>
        <pc:picChg chg="add mod">
          <ac:chgData name="Duane Brown" userId="fcc0bd7f-5f11-4b73-9894-6c3f3d7359ed" providerId="ADAL" clId="{362A347E-ADF3-4103-A9D2-92C042578CB8}" dt="2025-11-04T21:47:12.246" v="1886" actId="1076"/>
          <ac:picMkLst>
            <pc:docMk/>
            <pc:sldMk cId="3636546025" sldId="307"/>
            <ac:picMk id="10" creationId="{B17D781B-E971-5E90-B7E1-72BA30C10445}"/>
          </ac:picMkLst>
        </pc:picChg>
        <pc:picChg chg="add mod">
          <ac:chgData name="Duane Brown" userId="fcc0bd7f-5f11-4b73-9894-6c3f3d7359ed" providerId="ADAL" clId="{362A347E-ADF3-4103-A9D2-92C042578CB8}" dt="2025-11-04T21:47:30.262" v="1888" actId="1076"/>
          <ac:picMkLst>
            <pc:docMk/>
            <pc:sldMk cId="3636546025" sldId="307"/>
            <ac:picMk id="12" creationId="{BC00BC81-898E-A594-FF4E-F87F42DA6A7A}"/>
          </ac:picMkLst>
        </pc:picChg>
      </pc:sldChg>
      <pc:sldChg chg="addSp delSp modSp add mod">
        <pc:chgData name="Duane Brown" userId="fcc0bd7f-5f11-4b73-9894-6c3f3d7359ed" providerId="ADAL" clId="{362A347E-ADF3-4103-A9D2-92C042578CB8}" dt="2025-11-04T21:48:37.634" v="1897" actId="22"/>
        <pc:sldMkLst>
          <pc:docMk/>
          <pc:sldMk cId="2395431291" sldId="308"/>
        </pc:sldMkLst>
        <pc:picChg chg="add mod">
          <ac:chgData name="Duane Brown" userId="fcc0bd7f-5f11-4b73-9894-6c3f3d7359ed" providerId="ADAL" clId="{362A347E-ADF3-4103-A9D2-92C042578CB8}" dt="2025-11-04T21:48:34.789" v="1895" actId="1076"/>
          <ac:picMkLst>
            <pc:docMk/>
            <pc:sldMk cId="2395431291" sldId="308"/>
            <ac:picMk id="3" creationId="{3324DE1D-4F88-3141-84B6-F68B51C2E746}"/>
          </ac:picMkLst>
        </pc:picChg>
        <pc:picChg chg="add mod">
          <ac:chgData name="Duane Brown" userId="fcc0bd7f-5f11-4b73-9894-6c3f3d7359ed" providerId="ADAL" clId="{362A347E-ADF3-4103-A9D2-92C042578CB8}" dt="2025-11-04T21:48:02.190" v="1891" actId="1076"/>
          <ac:picMkLst>
            <pc:docMk/>
            <pc:sldMk cId="2395431291" sldId="308"/>
            <ac:picMk id="6" creationId="{3027E943-E5D0-0F3C-F659-AB7D373CB91E}"/>
          </ac:picMkLst>
        </pc:picChg>
        <pc:picChg chg="add del mod">
          <ac:chgData name="Duane Brown" userId="fcc0bd7f-5f11-4b73-9894-6c3f3d7359ed" providerId="ADAL" clId="{362A347E-ADF3-4103-A9D2-92C042578CB8}" dt="2025-11-04T21:48:37.634" v="1897" actId="22"/>
          <ac:picMkLst>
            <pc:docMk/>
            <pc:sldMk cId="2395431291" sldId="308"/>
            <ac:picMk id="8" creationId="{3B09F5A6-5658-1579-AE72-E00DB62DB8C2}"/>
          </ac:picMkLst>
        </pc:picChg>
      </pc:sldChg>
      <pc:sldChg chg="addSp modSp add mod">
        <pc:chgData name="Duane Brown" userId="fcc0bd7f-5f11-4b73-9894-6c3f3d7359ed" providerId="ADAL" clId="{362A347E-ADF3-4103-A9D2-92C042578CB8}" dt="2025-11-04T21:48:49.634" v="1900" actId="1076"/>
        <pc:sldMkLst>
          <pc:docMk/>
          <pc:sldMk cId="3795670128" sldId="309"/>
        </pc:sldMkLst>
        <pc:picChg chg="add">
          <ac:chgData name="Duane Brown" userId="fcc0bd7f-5f11-4b73-9894-6c3f3d7359ed" providerId="ADAL" clId="{362A347E-ADF3-4103-A9D2-92C042578CB8}" dt="2025-11-04T21:48:39.136" v="1898" actId="22"/>
          <ac:picMkLst>
            <pc:docMk/>
            <pc:sldMk cId="3795670128" sldId="309"/>
            <ac:picMk id="3" creationId="{D985D3A5-6707-2917-09FA-A5933D689B91}"/>
          </ac:picMkLst>
        </pc:picChg>
        <pc:picChg chg="add mod">
          <ac:chgData name="Duane Brown" userId="fcc0bd7f-5f11-4b73-9894-6c3f3d7359ed" providerId="ADAL" clId="{362A347E-ADF3-4103-A9D2-92C042578CB8}" dt="2025-11-04T21:48:49.634" v="1900" actId="1076"/>
          <ac:picMkLst>
            <pc:docMk/>
            <pc:sldMk cId="3795670128" sldId="309"/>
            <ac:picMk id="6" creationId="{54D7CDEC-7A5F-B43D-4A63-A7E29FE3F501}"/>
          </ac:picMkLst>
        </pc:picChg>
      </pc:sldChg>
      <pc:sldChg chg="addSp modSp add mod">
        <pc:chgData name="Duane Brown" userId="fcc0bd7f-5f11-4b73-9894-6c3f3d7359ed" providerId="ADAL" clId="{362A347E-ADF3-4103-A9D2-92C042578CB8}" dt="2025-11-04T21:50:10.126" v="1911" actId="1076"/>
        <pc:sldMkLst>
          <pc:docMk/>
          <pc:sldMk cId="2989235587" sldId="310"/>
        </pc:sldMkLst>
        <pc:picChg chg="add mod">
          <ac:chgData name="Duane Brown" userId="fcc0bd7f-5f11-4b73-9894-6c3f3d7359ed" providerId="ADAL" clId="{362A347E-ADF3-4103-A9D2-92C042578CB8}" dt="2025-11-04T21:49:19.559" v="1904" actId="1076"/>
          <ac:picMkLst>
            <pc:docMk/>
            <pc:sldMk cId="2989235587" sldId="310"/>
            <ac:picMk id="3" creationId="{BCA7D904-78D1-7C31-FFE9-96B0F4D19CBA}"/>
          </ac:picMkLst>
        </pc:picChg>
        <pc:picChg chg="add mod">
          <ac:chgData name="Duane Brown" userId="fcc0bd7f-5f11-4b73-9894-6c3f3d7359ed" providerId="ADAL" clId="{362A347E-ADF3-4103-A9D2-92C042578CB8}" dt="2025-11-04T21:49:21.304" v="1905" actId="1076"/>
          <ac:picMkLst>
            <pc:docMk/>
            <pc:sldMk cId="2989235587" sldId="310"/>
            <ac:picMk id="6" creationId="{0E8BBF0D-8AB8-637F-0118-2B47CE6B7EF7}"/>
          </ac:picMkLst>
        </pc:picChg>
        <pc:picChg chg="add mod">
          <ac:chgData name="Duane Brown" userId="fcc0bd7f-5f11-4b73-9894-6c3f3d7359ed" providerId="ADAL" clId="{362A347E-ADF3-4103-A9D2-92C042578CB8}" dt="2025-11-04T21:49:57.148" v="1909" actId="1076"/>
          <ac:picMkLst>
            <pc:docMk/>
            <pc:sldMk cId="2989235587" sldId="310"/>
            <ac:picMk id="8" creationId="{E7148F34-5FBD-D87D-281D-7AA9B2050103}"/>
          </ac:picMkLst>
        </pc:picChg>
        <pc:picChg chg="add mod">
          <ac:chgData name="Duane Brown" userId="fcc0bd7f-5f11-4b73-9894-6c3f3d7359ed" providerId="ADAL" clId="{362A347E-ADF3-4103-A9D2-92C042578CB8}" dt="2025-11-04T21:50:10.126" v="1911" actId="1076"/>
          <ac:picMkLst>
            <pc:docMk/>
            <pc:sldMk cId="2989235587" sldId="310"/>
            <ac:picMk id="10" creationId="{4E0C31FD-E855-0AFF-3326-E18C0F047863}"/>
          </ac:picMkLst>
        </pc:picChg>
      </pc:sldChg>
      <pc:sldChg chg="add del">
        <pc:chgData name="Duane Brown" userId="fcc0bd7f-5f11-4b73-9894-6c3f3d7359ed" providerId="ADAL" clId="{362A347E-ADF3-4103-A9D2-92C042578CB8}" dt="2025-11-05T14:48:59.042" v="2103" actId="47"/>
        <pc:sldMkLst>
          <pc:docMk/>
          <pc:sldMk cId="4243638448" sldId="311"/>
        </pc:sldMkLst>
      </pc:sldChg>
      <pc:sldChg chg="delSp add mod">
        <pc:chgData name="Duane Brown" userId="fcc0bd7f-5f11-4b73-9894-6c3f3d7359ed" providerId="ADAL" clId="{362A347E-ADF3-4103-A9D2-92C042578CB8}" dt="2025-11-04T21:45:11.755" v="1867" actId="478"/>
        <pc:sldMkLst>
          <pc:docMk/>
          <pc:sldMk cId="329549911" sldId="312"/>
        </pc:sldMkLst>
        <pc:picChg chg="del">
          <ac:chgData name="Duane Brown" userId="fcc0bd7f-5f11-4b73-9894-6c3f3d7359ed" providerId="ADAL" clId="{362A347E-ADF3-4103-A9D2-92C042578CB8}" dt="2025-11-04T21:45:11.755" v="1867" actId="478"/>
          <ac:picMkLst>
            <pc:docMk/>
            <pc:sldMk cId="329549911" sldId="312"/>
            <ac:picMk id="8" creationId="{684F1299-FAFD-06D5-03EC-8F6D44E79BDD}"/>
          </ac:picMkLst>
        </pc:picChg>
      </pc:sldChg>
      <pc:sldChg chg="modSp add mod">
        <pc:chgData name="Duane Brown" userId="fcc0bd7f-5f11-4b73-9894-6c3f3d7359ed" providerId="ADAL" clId="{362A347E-ADF3-4103-A9D2-92C042578CB8}" dt="2025-11-05T14:50:18.206" v="2144" actId="20577"/>
        <pc:sldMkLst>
          <pc:docMk/>
          <pc:sldMk cId="555986960" sldId="313"/>
        </pc:sldMkLst>
        <pc:spChg chg="mod">
          <ac:chgData name="Duane Brown" userId="fcc0bd7f-5f11-4b73-9894-6c3f3d7359ed" providerId="ADAL" clId="{362A347E-ADF3-4103-A9D2-92C042578CB8}" dt="2025-11-05T14:50:18.206" v="2144" actId="20577"/>
          <ac:spMkLst>
            <pc:docMk/>
            <pc:sldMk cId="555986960" sldId="313"/>
            <ac:spMk id="2" creationId="{9BD74EF3-6E5B-5011-63C4-DA6BFB41BD7C}"/>
          </ac:spMkLst>
        </pc:spChg>
        <pc:spChg chg="mod">
          <ac:chgData name="Duane Brown" userId="fcc0bd7f-5f11-4b73-9894-6c3f3d7359ed" providerId="ADAL" clId="{362A347E-ADF3-4103-A9D2-92C042578CB8}" dt="2025-11-05T14:50:14.599" v="2137" actId="5793"/>
          <ac:spMkLst>
            <pc:docMk/>
            <pc:sldMk cId="555986960" sldId="313"/>
            <ac:spMk id="4" creationId="{695CB808-0894-810E-D83B-54DACB2A2CC2}"/>
          </ac:spMkLst>
        </pc:spChg>
      </pc:sldChg>
      <pc:sldChg chg="addSp modSp add mod">
        <pc:chgData name="Duane Brown" userId="fcc0bd7f-5f11-4b73-9894-6c3f3d7359ed" providerId="ADAL" clId="{362A347E-ADF3-4103-A9D2-92C042578CB8}" dt="2025-11-05T14:27:15.109" v="1977" actId="1076"/>
        <pc:sldMkLst>
          <pc:docMk/>
          <pc:sldMk cId="1132662543" sldId="314"/>
        </pc:sldMkLst>
        <pc:picChg chg="add mod">
          <ac:chgData name="Duane Brown" userId="fcc0bd7f-5f11-4b73-9894-6c3f3d7359ed" providerId="ADAL" clId="{362A347E-ADF3-4103-A9D2-92C042578CB8}" dt="2025-11-05T14:26:39.354" v="1971" actId="1076"/>
          <ac:picMkLst>
            <pc:docMk/>
            <pc:sldMk cId="1132662543" sldId="314"/>
            <ac:picMk id="3" creationId="{73C565AB-1B7F-6FE3-F6C6-0D88C21DB5B8}"/>
          </ac:picMkLst>
        </pc:picChg>
        <pc:picChg chg="add mod">
          <ac:chgData name="Duane Brown" userId="fcc0bd7f-5f11-4b73-9894-6c3f3d7359ed" providerId="ADAL" clId="{362A347E-ADF3-4103-A9D2-92C042578CB8}" dt="2025-11-05T14:26:48.183" v="1973" actId="1076"/>
          <ac:picMkLst>
            <pc:docMk/>
            <pc:sldMk cId="1132662543" sldId="314"/>
            <ac:picMk id="6" creationId="{547385F2-9665-7B2C-FE05-B25A44DB0E41}"/>
          </ac:picMkLst>
        </pc:picChg>
        <pc:picChg chg="add mod">
          <ac:chgData name="Duane Brown" userId="fcc0bd7f-5f11-4b73-9894-6c3f3d7359ed" providerId="ADAL" clId="{362A347E-ADF3-4103-A9D2-92C042578CB8}" dt="2025-11-05T14:27:07.112" v="1975" actId="1076"/>
          <ac:picMkLst>
            <pc:docMk/>
            <pc:sldMk cId="1132662543" sldId="314"/>
            <ac:picMk id="8" creationId="{9655D90C-C2BC-20DE-EE3E-2CEE52A0803B}"/>
          </ac:picMkLst>
        </pc:picChg>
        <pc:picChg chg="add mod">
          <ac:chgData name="Duane Brown" userId="fcc0bd7f-5f11-4b73-9894-6c3f3d7359ed" providerId="ADAL" clId="{362A347E-ADF3-4103-A9D2-92C042578CB8}" dt="2025-11-05T14:27:15.109" v="1977" actId="1076"/>
          <ac:picMkLst>
            <pc:docMk/>
            <pc:sldMk cId="1132662543" sldId="314"/>
            <ac:picMk id="10" creationId="{A9563B36-F36C-C627-1F58-EDE2624BD9EB}"/>
          </ac:picMkLst>
        </pc:picChg>
      </pc:sldChg>
      <pc:sldChg chg="addSp modSp add mod">
        <pc:chgData name="Duane Brown" userId="fcc0bd7f-5f11-4b73-9894-6c3f3d7359ed" providerId="ADAL" clId="{362A347E-ADF3-4103-A9D2-92C042578CB8}" dt="2025-11-05T16:50:40.318" v="2298" actId="1076"/>
        <pc:sldMkLst>
          <pc:docMk/>
          <pc:sldMk cId="1020833643" sldId="315"/>
        </pc:sldMkLst>
        <pc:spChg chg="add mod">
          <ac:chgData name="Duane Brown" userId="fcc0bd7f-5f11-4b73-9894-6c3f3d7359ed" providerId="ADAL" clId="{362A347E-ADF3-4103-A9D2-92C042578CB8}" dt="2025-11-05T16:50:40.318" v="2298" actId="1076"/>
          <ac:spMkLst>
            <pc:docMk/>
            <pc:sldMk cId="1020833643" sldId="315"/>
            <ac:spMk id="15" creationId="{A2B5CB76-E3C6-3941-64C3-009F14E962D2}"/>
          </ac:spMkLst>
        </pc:spChg>
        <pc:picChg chg="add mod">
          <ac:chgData name="Duane Brown" userId="fcc0bd7f-5f11-4b73-9894-6c3f3d7359ed" providerId="ADAL" clId="{362A347E-ADF3-4103-A9D2-92C042578CB8}" dt="2025-11-05T14:28:56.889" v="1979" actId="1076"/>
          <ac:picMkLst>
            <pc:docMk/>
            <pc:sldMk cId="1020833643" sldId="315"/>
            <ac:picMk id="3" creationId="{848493F5-8AF4-4C3E-333F-4BBFE31CB949}"/>
          </ac:picMkLst>
        </pc:picChg>
        <pc:picChg chg="add mod">
          <ac:chgData name="Duane Brown" userId="fcc0bd7f-5f11-4b73-9894-6c3f3d7359ed" providerId="ADAL" clId="{362A347E-ADF3-4103-A9D2-92C042578CB8}" dt="2025-11-05T14:29:07.726" v="1981" actId="1076"/>
          <ac:picMkLst>
            <pc:docMk/>
            <pc:sldMk cId="1020833643" sldId="315"/>
            <ac:picMk id="6" creationId="{3E71B13F-556D-F23F-D8B0-D921D20696DE}"/>
          </ac:picMkLst>
        </pc:picChg>
        <pc:picChg chg="add">
          <ac:chgData name="Duane Brown" userId="fcc0bd7f-5f11-4b73-9894-6c3f3d7359ed" providerId="ADAL" clId="{362A347E-ADF3-4103-A9D2-92C042578CB8}" dt="2025-11-05T14:29:48.067" v="1982" actId="22"/>
          <ac:picMkLst>
            <pc:docMk/>
            <pc:sldMk cId="1020833643" sldId="315"/>
            <ac:picMk id="8" creationId="{AA6303CA-1969-53CD-B817-61E9F4967671}"/>
          </ac:picMkLst>
        </pc:picChg>
        <pc:picChg chg="add mod">
          <ac:chgData name="Duane Brown" userId="fcc0bd7f-5f11-4b73-9894-6c3f3d7359ed" providerId="ADAL" clId="{362A347E-ADF3-4103-A9D2-92C042578CB8}" dt="2025-11-05T14:29:58.595" v="1984" actId="1076"/>
          <ac:picMkLst>
            <pc:docMk/>
            <pc:sldMk cId="1020833643" sldId="315"/>
            <ac:picMk id="10" creationId="{FBAD9A93-0874-5769-D48A-80653A19C248}"/>
          </ac:picMkLst>
        </pc:picChg>
        <pc:picChg chg="add mod">
          <ac:chgData name="Duane Brown" userId="fcc0bd7f-5f11-4b73-9894-6c3f3d7359ed" providerId="ADAL" clId="{362A347E-ADF3-4103-A9D2-92C042578CB8}" dt="2025-11-05T14:30:20.277" v="1986" actId="1076"/>
          <ac:picMkLst>
            <pc:docMk/>
            <pc:sldMk cId="1020833643" sldId="315"/>
            <ac:picMk id="12" creationId="{E18D6012-14FC-CE12-A4DB-E8C4BACC80A9}"/>
          </ac:picMkLst>
        </pc:picChg>
        <pc:picChg chg="add mod">
          <ac:chgData name="Duane Brown" userId="fcc0bd7f-5f11-4b73-9894-6c3f3d7359ed" providerId="ADAL" clId="{362A347E-ADF3-4103-A9D2-92C042578CB8}" dt="2025-11-05T14:30:30.274" v="1988" actId="1076"/>
          <ac:picMkLst>
            <pc:docMk/>
            <pc:sldMk cId="1020833643" sldId="315"/>
            <ac:picMk id="14" creationId="{AEC9ECB8-3BB3-9894-B42F-261AB57FB4E6}"/>
          </ac:picMkLst>
        </pc:picChg>
      </pc:sldChg>
      <pc:sldChg chg="addSp modSp add mod">
        <pc:chgData name="Duane Brown" userId="fcc0bd7f-5f11-4b73-9894-6c3f3d7359ed" providerId="ADAL" clId="{362A347E-ADF3-4103-A9D2-92C042578CB8}" dt="2025-11-05T14:31:16.076" v="1992" actId="1076"/>
        <pc:sldMkLst>
          <pc:docMk/>
          <pc:sldMk cId="3421765070" sldId="316"/>
        </pc:sldMkLst>
        <pc:picChg chg="add mod">
          <ac:chgData name="Duane Brown" userId="fcc0bd7f-5f11-4b73-9894-6c3f3d7359ed" providerId="ADAL" clId="{362A347E-ADF3-4103-A9D2-92C042578CB8}" dt="2025-11-05T14:31:01.852" v="1990" actId="1076"/>
          <ac:picMkLst>
            <pc:docMk/>
            <pc:sldMk cId="3421765070" sldId="316"/>
            <ac:picMk id="3" creationId="{90A5C37A-C973-A6DB-3337-1884E5F21507}"/>
          </ac:picMkLst>
        </pc:picChg>
        <pc:picChg chg="add mod">
          <ac:chgData name="Duane Brown" userId="fcc0bd7f-5f11-4b73-9894-6c3f3d7359ed" providerId="ADAL" clId="{362A347E-ADF3-4103-A9D2-92C042578CB8}" dt="2025-11-05T14:31:16.076" v="1992" actId="1076"/>
          <ac:picMkLst>
            <pc:docMk/>
            <pc:sldMk cId="3421765070" sldId="316"/>
            <ac:picMk id="6" creationId="{9B0C48A6-F74C-BF37-BFAF-EBEC4A301315}"/>
          </ac:picMkLst>
        </pc:picChg>
      </pc:sldChg>
      <pc:sldChg chg="addSp modSp add mod">
        <pc:chgData name="Duane Brown" userId="fcc0bd7f-5f11-4b73-9894-6c3f3d7359ed" providerId="ADAL" clId="{362A347E-ADF3-4103-A9D2-92C042578CB8}" dt="2025-11-05T14:35:12.526" v="2004" actId="1076"/>
        <pc:sldMkLst>
          <pc:docMk/>
          <pc:sldMk cId="3957070574" sldId="317"/>
        </pc:sldMkLst>
        <pc:picChg chg="add mod">
          <ac:chgData name="Duane Brown" userId="fcc0bd7f-5f11-4b73-9894-6c3f3d7359ed" providerId="ADAL" clId="{362A347E-ADF3-4103-A9D2-92C042578CB8}" dt="2025-11-05T14:31:42.343" v="1994" actId="1076"/>
          <ac:picMkLst>
            <pc:docMk/>
            <pc:sldMk cId="3957070574" sldId="317"/>
            <ac:picMk id="3" creationId="{187230D2-ADFD-4F24-30D6-90C3293F05D9}"/>
          </ac:picMkLst>
        </pc:picChg>
        <pc:picChg chg="add mod">
          <ac:chgData name="Duane Brown" userId="fcc0bd7f-5f11-4b73-9894-6c3f3d7359ed" providerId="ADAL" clId="{362A347E-ADF3-4103-A9D2-92C042578CB8}" dt="2025-11-05T14:31:50" v="1996" actId="1076"/>
          <ac:picMkLst>
            <pc:docMk/>
            <pc:sldMk cId="3957070574" sldId="317"/>
            <ac:picMk id="6" creationId="{5390FF1F-A86B-50E0-BA88-2976F49519D7}"/>
          </ac:picMkLst>
        </pc:picChg>
        <pc:picChg chg="add mod">
          <ac:chgData name="Duane Brown" userId="fcc0bd7f-5f11-4b73-9894-6c3f3d7359ed" providerId="ADAL" clId="{362A347E-ADF3-4103-A9D2-92C042578CB8}" dt="2025-11-05T14:32:17.398" v="1998" actId="1076"/>
          <ac:picMkLst>
            <pc:docMk/>
            <pc:sldMk cId="3957070574" sldId="317"/>
            <ac:picMk id="8" creationId="{F49A7817-65C6-A88D-AAE7-5AB9812704EB}"/>
          </ac:picMkLst>
        </pc:picChg>
        <pc:picChg chg="add mod">
          <ac:chgData name="Duane Brown" userId="fcc0bd7f-5f11-4b73-9894-6c3f3d7359ed" providerId="ADAL" clId="{362A347E-ADF3-4103-A9D2-92C042578CB8}" dt="2025-11-05T14:32:27.880" v="2000" actId="1076"/>
          <ac:picMkLst>
            <pc:docMk/>
            <pc:sldMk cId="3957070574" sldId="317"/>
            <ac:picMk id="10" creationId="{86697B37-5BF3-AB3D-49B8-A1955F2FF843}"/>
          </ac:picMkLst>
        </pc:picChg>
        <pc:picChg chg="add mod">
          <ac:chgData name="Duane Brown" userId="fcc0bd7f-5f11-4b73-9894-6c3f3d7359ed" providerId="ADAL" clId="{362A347E-ADF3-4103-A9D2-92C042578CB8}" dt="2025-11-05T14:35:00.177" v="2002" actId="1076"/>
          <ac:picMkLst>
            <pc:docMk/>
            <pc:sldMk cId="3957070574" sldId="317"/>
            <ac:picMk id="12" creationId="{437274DC-1EEB-E024-77CB-51609076EA6F}"/>
          </ac:picMkLst>
        </pc:picChg>
        <pc:picChg chg="add mod">
          <ac:chgData name="Duane Brown" userId="fcc0bd7f-5f11-4b73-9894-6c3f3d7359ed" providerId="ADAL" clId="{362A347E-ADF3-4103-A9D2-92C042578CB8}" dt="2025-11-05T14:35:12.526" v="2004" actId="1076"/>
          <ac:picMkLst>
            <pc:docMk/>
            <pc:sldMk cId="3957070574" sldId="317"/>
            <ac:picMk id="14" creationId="{7AE7DA69-01FB-6C10-46B8-982282D548A9}"/>
          </ac:picMkLst>
        </pc:picChg>
      </pc:sldChg>
      <pc:sldChg chg="addSp delSp modSp add mod">
        <pc:chgData name="Duane Brown" userId="fcc0bd7f-5f11-4b73-9894-6c3f3d7359ed" providerId="ADAL" clId="{362A347E-ADF3-4103-A9D2-92C042578CB8}" dt="2025-11-05T14:44:55.700" v="2094" actId="1076"/>
        <pc:sldMkLst>
          <pc:docMk/>
          <pc:sldMk cId="513337520" sldId="318"/>
        </pc:sldMkLst>
        <pc:spChg chg="add mod">
          <ac:chgData name="Duane Brown" userId="fcc0bd7f-5f11-4b73-9894-6c3f3d7359ed" providerId="ADAL" clId="{362A347E-ADF3-4103-A9D2-92C042578CB8}" dt="2025-11-05T14:42:16.695" v="2087" actId="1076"/>
          <ac:spMkLst>
            <pc:docMk/>
            <pc:sldMk cId="513337520" sldId="318"/>
            <ac:spMk id="11" creationId="{C3F0A821-ECB8-EF14-84CE-E96F6B99E93A}"/>
          </ac:spMkLst>
        </pc:spChg>
        <pc:picChg chg="add del mod">
          <ac:chgData name="Duane Brown" userId="fcc0bd7f-5f11-4b73-9894-6c3f3d7359ed" providerId="ADAL" clId="{362A347E-ADF3-4103-A9D2-92C042578CB8}" dt="2025-11-05T14:37:44.918" v="2011" actId="478"/>
          <ac:picMkLst>
            <pc:docMk/>
            <pc:sldMk cId="513337520" sldId="318"/>
            <ac:picMk id="3" creationId="{0273AA22-45BD-6A70-FCA5-D8940E89D857}"/>
          </ac:picMkLst>
        </pc:picChg>
        <pc:picChg chg="add del mod">
          <ac:chgData name="Duane Brown" userId="fcc0bd7f-5f11-4b73-9894-6c3f3d7359ed" providerId="ADAL" clId="{362A347E-ADF3-4103-A9D2-92C042578CB8}" dt="2025-11-05T14:38:07.678" v="2012" actId="478"/>
          <ac:picMkLst>
            <pc:docMk/>
            <pc:sldMk cId="513337520" sldId="318"/>
            <ac:picMk id="6" creationId="{8D78157C-EDD6-CF81-C7FA-5443E1F30DFE}"/>
          </ac:picMkLst>
        </pc:picChg>
        <pc:picChg chg="add mod">
          <ac:chgData name="Duane Brown" userId="fcc0bd7f-5f11-4b73-9894-6c3f3d7359ed" providerId="ADAL" clId="{362A347E-ADF3-4103-A9D2-92C042578CB8}" dt="2025-11-05T14:40:56.270" v="2015" actId="1076"/>
          <ac:picMkLst>
            <pc:docMk/>
            <pc:sldMk cId="513337520" sldId="318"/>
            <ac:picMk id="8" creationId="{66581E08-08C1-F120-7452-07F04C16D5EF}"/>
          </ac:picMkLst>
        </pc:picChg>
        <pc:picChg chg="add mod">
          <ac:chgData name="Duane Brown" userId="fcc0bd7f-5f11-4b73-9894-6c3f3d7359ed" providerId="ADAL" clId="{362A347E-ADF3-4103-A9D2-92C042578CB8}" dt="2025-11-05T14:41:09.608" v="2017" actId="1076"/>
          <ac:picMkLst>
            <pc:docMk/>
            <pc:sldMk cId="513337520" sldId="318"/>
            <ac:picMk id="10" creationId="{53ED3297-A599-0A97-7691-B4E6A2B7451B}"/>
          </ac:picMkLst>
        </pc:picChg>
        <pc:picChg chg="add mod">
          <ac:chgData name="Duane Brown" userId="fcc0bd7f-5f11-4b73-9894-6c3f3d7359ed" providerId="ADAL" clId="{362A347E-ADF3-4103-A9D2-92C042578CB8}" dt="2025-11-05T14:44:55.700" v="2094" actId="1076"/>
          <ac:picMkLst>
            <pc:docMk/>
            <pc:sldMk cId="513337520" sldId="318"/>
            <ac:picMk id="13" creationId="{773FAF3F-7A0E-0217-65D0-B881347B7955}"/>
          </ac:picMkLst>
        </pc:picChg>
        <pc:picChg chg="add mod">
          <ac:chgData name="Duane Brown" userId="fcc0bd7f-5f11-4b73-9894-6c3f3d7359ed" providerId="ADAL" clId="{362A347E-ADF3-4103-A9D2-92C042578CB8}" dt="2025-11-05T14:44:55.700" v="2094" actId="1076"/>
          <ac:picMkLst>
            <pc:docMk/>
            <pc:sldMk cId="513337520" sldId="318"/>
            <ac:picMk id="15" creationId="{88ADBBC2-C300-22BD-681B-14891D25B855}"/>
          </ac:picMkLst>
        </pc:picChg>
      </pc:sldChg>
      <pc:sldChg chg="addSp modSp add mod">
        <pc:chgData name="Duane Brown" userId="fcc0bd7f-5f11-4b73-9894-6c3f3d7359ed" providerId="ADAL" clId="{362A347E-ADF3-4103-A9D2-92C042578CB8}" dt="2025-11-05T15:06:58.450" v="2179" actId="1038"/>
        <pc:sldMkLst>
          <pc:docMk/>
          <pc:sldMk cId="214056884" sldId="319"/>
        </pc:sldMkLst>
        <pc:picChg chg="add mod">
          <ac:chgData name="Duane Brown" userId="fcc0bd7f-5f11-4b73-9894-6c3f3d7359ed" providerId="ADAL" clId="{362A347E-ADF3-4103-A9D2-92C042578CB8}" dt="2025-11-05T14:45:19.484" v="2096" actId="1076"/>
          <ac:picMkLst>
            <pc:docMk/>
            <pc:sldMk cId="214056884" sldId="319"/>
            <ac:picMk id="3" creationId="{00512634-4EF4-1FA9-E015-E44BD21FF077}"/>
          </ac:picMkLst>
        </pc:picChg>
        <pc:picChg chg="add mod">
          <ac:chgData name="Duane Brown" userId="fcc0bd7f-5f11-4b73-9894-6c3f3d7359ed" providerId="ADAL" clId="{362A347E-ADF3-4103-A9D2-92C042578CB8}" dt="2025-11-05T14:45:29.439" v="2098" actId="1076"/>
          <ac:picMkLst>
            <pc:docMk/>
            <pc:sldMk cId="214056884" sldId="319"/>
            <ac:picMk id="6" creationId="{1E0121B1-0733-64F8-9836-B84A30EEEE72}"/>
          </ac:picMkLst>
        </pc:picChg>
        <pc:picChg chg="add mod">
          <ac:chgData name="Duane Brown" userId="fcc0bd7f-5f11-4b73-9894-6c3f3d7359ed" providerId="ADAL" clId="{362A347E-ADF3-4103-A9D2-92C042578CB8}" dt="2025-11-05T15:06:58.450" v="2179" actId="1038"/>
          <ac:picMkLst>
            <pc:docMk/>
            <pc:sldMk cId="214056884" sldId="319"/>
            <ac:picMk id="8" creationId="{3C3E6318-0062-1732-7430-3FFFE134529B}"/>
          </ac:picMkLst>
        </pc:picChg>
        <pc:picChg chg="add mod">
          <ac:chgData name="Duane Brown" userId="fcc0bd7f-5f11-4b73-9894-6c3f3d7359ed" providerId="ADAL" clId="{362A347E-ADF3-4103-A9D2-92C042578CB8}" dt="2025-11-05T14:48:14.433" v="2102" actId="1076"/>
          <ac:picMkLst>
            <pc:docMk/>
            <pc:sldMk cId="214056884" sldId="319"/>
            <ac:picMk id="10" creationId="{E7D1758C-2645-6A6A-4EE0-27E8E82ADC76}"/>
          </ac:picMkLst>
        </pc:picChg>
      </pc:sldChg>
      <pc:sldChg chg="addSp delSp modSp add del mod">
        <pc:chgData name="Duane Brown" userId="fcc0bd7f-5f11-4b73-9894-6c3f3d7359ed" providerId="ADAL" clId="{362A347E-ADF3-4103-A9D2-92C042578CB8}" dt="2025-11-05T16:40:59.645" v="2189" actId="47"/>
        <pc:sldMkLst>
          <pc:docMk/>
          <pc:sldMk cId="2756193488" sldId="320"/>
        </pc:sldMkLst>
        <pc:picChg chg="del">
          <ac:chgData name="Duane Brown" userId="fcc0bd7f-5f11-4b73-9894-6c3f3d7359ed" providerId="ADAL" clId="{362A347E-ADF3-4103-A9D2-92C042578CB8}" dt="2025-11-05T15:12:20.328" v="2183" actId="478"/>
          <ac:picMkLst>
            <pc:docMk/>
            <pc:sldMk cId="2756193488" sldId="320"/>
            <ac:picMk id="3" creationId="{0A8D7A81-3E91-FCCB-2083-1592410CEF1F}"/>
          </ac:picMkLst>
        </pc:picChg>
        <pc:picChg chg="add del mod">
          <ac:chgData name="Duane Brown" userId="fcc0bd7f-5f11-4b73-9894-6c3f3d7359ed" providerId="ADAL" clId="{362A347E-ADF3-4103-A9D2-92C042578CB8}" dt="2025-11-05T15:20:38.919" v="2188" actId="478"/>
          <ac:picMkLst>
            <pc:docMk/>
            <pc:sldMk cId="2756193488" sldId="320"/>
            <ac:picMk id="4" creationId="{0897118B-7B84-99D9-EEBB-5018D125EEC5}"/>
          </ac:picMkLst>
        </pc:picChg>
        <pc:picChg chg="del">
          <ac:chgData name="Duane Brown" userId="fcc0bd7f-5f11-4b73-9894-6c3f3d7359ed" providerId="ADAL" clId="{362A347E-ADF3-4103-A9D2-92C042578CB8}" dt="2025-11-05T15:12:21.442" v="2184" actId="478"/>
          <ac:picMkLst>
            <pc:docMk/>
            <pc:sldMk cId="2756193488" sldId="320"/>
            <ac:picMk id="6" creationId="{D032849D-2E8A-DDE2-146A-4AA9F27AA089}"/>
          </ac:picMkLst>
        </pc:picChg>
        <pc:picChg chg="del">
          <ac:chgData name="Duane Brown" userId="fcc0bd7f-5f11-4b73-9894-6c3f3d7359ed" providerId="ADAL" clId="{362A347E-ADF3-4103-A9D2-92C042578CB8}" dt="2025-11-05T15:12:18.071" v="2181" actId="478"/>
          <ac:picMkLst>
            <pc:docMk/>
            <pc:sldMk cId="2756193488" sldId="320"/>
            <ac:picMk id="8" creationId="{AE0F7D53-2EA9-F4F8-DB55-E1582BDA22BF}"/>
          </ac:picMkLst>
        </pc:picChg>
        <pc:picChg chg="del">
          <ac:chgData name="Duane Brown" userId="fcc0bd7f-5f11-4b73-9894-6c3f3d7359ed" providerId="ADAL" clId="{362A347E-ADF3-4103-A9D2-92C042578CB8}" dt="2025-11-05T15:12:19.175" v="2182" actId="478"/>
          <ac:picMkLst>
            <pc:docMk/>
            <pc:sldMk cId="2756193488" sldId="320"/>
            <ac:picMk id="10" creationId="{8E38B662-69A2-5F28-1A8C-20DC20E0139D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76AB79-C677-3DB7-78CF-9305D58614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3AB137-CEA6-0244-F12B-1ECC21172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C994AA-C437-4EF4-8BEF-0B832D7FA420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68EC96-C6CC-F2AF-D90F-143F4D20A0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0278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B16356-3B28-4AAF-8099-7941810E2475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5DA344-5FA2-43F7-9D95-CA56C82B0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762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4402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6347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1A462-3C39-F45F-A9DC-5331E2CD3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5A188F-A411-D1CC-8E9A-B716BF19A2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67B391-0BA1-13FC-44F1-6616062EE6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F4788D-7DCF-82FC-0AAA-2276025F07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5381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905CE-86B0-0E81-D2A6-0F2BDCD30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DFBC14-53D8-4871-9A92-332B0080C2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7E60E5-0BA0-89F5-6E0F-7236A103C1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0F3BD8-B0A5-E252-ED9C-3084E62CD5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1277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6BB74C-5DA8-78F6-DEEE-055BA4F1D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8DBF5D-1015-289E-8351-C9499ACABF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0E6C83-5CBB-F869-15D8-D4CE413CC5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5C7B0A-46C5-2A63-3F87-EE79FB6069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3486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59087-B747-5C34-9BD7-66D6D24D1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1D66E6-3AD8-03D2-375E-96248B0298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16FDBE-2659-AB9C-E465-C4575A9B5B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07C523-4BDD-0C6B-386E-F471BB87B0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3939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1E315-430A-E831-9DE2-C1918ECA6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72ACC4-5B49-4355-E0FA-AC3AF817F6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BD4C9C-DED3-AB8C-C676-3A2D9C4C25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5BF6CE-DAF4-6F5F-9219-DCDD81277E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4756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6EC36-C903-83F8-FFAE-72C8F0C1F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3966C9-49A6-6D0A-4C01-299283F38F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AC9EA6-3D19-8B84-76F9-E7F416CFB1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17A826-F45B-35F3-8A57-A06E02FC43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8321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8A27C-D2C0-75B0-A31C-85DCB6AB9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923F1C-2425-043C-182E-646945C13F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CB37F3-681A-028D-F632-97161E4232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65B149-9524-077E-EBAC-62C846EF5F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2366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E178C8-E1EC-5018-976E-426357646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77CB01-3D67-1027-270C-3FAF6EF3B2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6CD5BF-7AB5-E146-2E90-D0F342AE7A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41BB0E-4D3F-71BB-1960-8101A566ED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467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864BA-C05F-7412-A845-C16DDA3C6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7B31F8-9CCB-5E36-E656-F5D938A99D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42E2D0-1A87-D7A3-BCD8-3E93DBC25E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3CE351-5DD2-F83D-2F52-6743C7B724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6146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6531A-1A97-C055-A719-931E76474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A0E2BE-2908-FDBD-888A-6D3181802D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A7B0C8-CE04-1A58-985B-C8059517C2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243BA3-3B7C-EC99-99C8-CEDC126E3C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8086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B0DB3-A8FF-4ABB-9E2E-D960422260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25308"/>
          </a:xfrm>
        </p:spPr>
        <p:txBody>
          <a:bodyPr anchor="b">
            <a:normAutofit/>
          </a:bodyPr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EE0618-75D7-410F-859C-CDF53BC53E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86729"/>
            <a:ext cx="9144000" cy="1135529"/>
          </a:xfrm>
        </p:spPr>
        <p:txBody>
          <a:bodyPr>
            <a:normAutofit/>
          </a:bodyPr>
          <a:lstStyle>
            <a:lvl1pPr marL="0" indent="0" algn="ctr">
              <a:lnSpc>
                <a:spcPct val="12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37F11-76DB-4DD9-9747-3F38D05BA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9F581-81B0-44B3-ABA5-A25CA4BAE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10D591-ADCF-4300-8282-72AE357F3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565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75558-A264-444E-829B-51AAE6B4B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D9373-37D1-4135-8D34-755E139F7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E4A6B-1966-4E57-9FB8-8B111E97B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FC3DD-F2BE-41FF-895B-00129AAB1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1F830C-8424-4FAF-A011-605AE1D14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895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A1BE8-ECC1-4027-B16E-C7BECCA9D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46C7E1-471A-46AA-8068-98E68C0C20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C9F8F-EC48-4D16-B4C6-023A7B607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9FA5B3-F726-417B-932A-B93E0C8F5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7D21F1-1A24-43EA-AB09-3024C491E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638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16569-B648-4D50-BEB8-E8DAE24D6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831B3-A1FD-470C-BEEE-4CFB441502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24493"/>
            <a:ext cx="5181600" cy="42524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F34A17-C244-438C-9AE3-FB9B3CE3BD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24493"/>
            <a:ext cx="5181600" cy="42524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CFA3AA-3FC1-4B98-8F99-1726F1AC0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E10883-BACC-41A1-9067-ECFDB937D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7660A2-13C9-4432-A6EB-A4FF3D78F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121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7C843-C993-4E9C-80DD-3620816E5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1A8E3-B066-4511-9C6E-A3435B64DD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734325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E86B63-4102-4802-94D7-F138F80F3E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58237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924765-08A7-4A60-86DC-DC420F60BB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34325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AA2795-EFB6-4000-8F25-FBB62646C0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58237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942CFB-FE12-494A-9C41-3CB90F07B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3A07E3-59E1-4EBD-9687-4B6ABE96A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F7BB23-7539-4674-8B66-ACEFF9468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208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841DB-C73C-4968-B434-A6AA14DAF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8152BF-92C7-4BF5-A9DB-16A0BF0F5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289DB7-F492-4037-A439-D70F7E556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FA96F1-8B8A-4E83-B3C2-E10DE522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8264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031033-9688-463F-9614-47F2F5BC6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5B8DB2-C14B-45AC-ACAF-8702DF59C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01DA57-8D4E-4075-9460-4F03DF8AA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831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CBE2C-9DAA-489D-AC88-15CBBA8A9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124BE-E494-445A-A4FB-A2A8F28F0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2446DE-9A32-4774-9F7C-86678CA90E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00115D-61B3-46D0-B4D3-30C374B52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3C2AFC-D0F8-469F-B1E0-123C2E066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B9BCDA-9EF7-4531-8021-AF7B30751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983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AE558-F89F-4688-94E5-77F37D49F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CD35AF-8CA2-49BB-BAE9-F29A0186EC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5CAA98-55BD-4118-A8AF-D603060784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BFF4C5-82A8-4AD8-B7E2-2882F6576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60B401-B64F-417B-8AD6-581A22E5E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24BD4C-7149-44BF-8150-F72CAA95A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663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E5C77-55F8-4677-A96C-E6D3F5545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A064EF-ADDA-4943-8F87-A7469D7997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B0D493-D1E7-4358-95E9-B5B80A49E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E98326-3276-4B9E-960F-10C6677BF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4C3AC2-288D-4FEE-BF80-0EAEDDFAB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895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333C6A-5417-40BD-BF7A-9405832237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3BCB45-B343-46F6-9718-AA0D68CED1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DA2A4-FD34-4E17-908F-4367B1E64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87AE3-776D-451D-AA52-C06B74724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A0C4D5-BE1E-4D6A-9196-E0F9E42B2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214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E1BBEEFE-AE8A-8083-54B6-DBE9BC0E9F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42863" y="0"/>
            <a:ext cx="4658392" cy="6858000"/>
          </a:xfrm>
          <a:custGeom>
            <a:avLst/>
            <a:gdLst>
              <a:gd name="connsiteX0" fmla="*/ 0 w 4658392"/>
              <a:gd name="connsiteY0" fmla="*/ 0 h 6858000"/>
              <a:gd name="connsiteX1" fmla="*/ 4658392 w 4658392"/>
              <a:gd name="connsiteY1" fmla="*/ 0 h 6858000"/>
              <a:gd name="connsiteX2" fmla="*/ 2820797 w 4658392"/>
              <a:gd name="connsiteY2" fmla="*/ 6858000 h 6858000"/>
              <a:gd name="connsiteX3" fmla="*/ 0 w 4658392"/>
              <a:gd name="connsiteY3" fmla="*/ 6858000 h 6858000"/>
              <a:gd name="connsiteX4" fmla="*/ 0 w 4658392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58392" h="6858000">
                <a:moveTo>
                  <a:pt x="0" y="0"/>
                </a:moveTo>
                <a:lnTo>
                  <a:pt x="4658392" y="0"/>
                </a:lnTo>
                <a:lnTo>
                  <a:pt x="2820797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64FF31D-04D7-B1F4-53B1-AA4170602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9F040EF-92FF-AEA1-BBA6-A4B739E119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CA59A84-C321-FDF9-555F-1FB322EBBC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09286"/>
            <a:ext cx="3200400" cy="5617193"/>
          </a:xfrm>
        </p:spPr>
        <p:txBody>
          <a:bodyPr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23412" y="509286"/>
            <a:ext cx="4328932" cy="5617194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buNone/>
              <a:defRPr sz="1800"/>
            </a:lvl1pPr>
            <a:lvl2pPr marL="457200" indent="0">
              <a:lnSpc>
                <a:spcPct val="150000"/>
              </a:lnSpc>
              <a:spcBef>
                <a:spcPts val="1000"/>
              </a:spcBef>
              <a:buNone/>
              <a:defRPr sz="1600"/>
            </a:lvl2pPr>
            <a:lvl3pPr marL="914400" indent="0">
              <a:lnSpc>
                <a:spcPct val="150000"/>
              </a:lnSpc>
              <a:spcBef>
                <a:spcPts val="1000"/>
              </a:spcBef>
              <a:buNone/>
              <a:defRPr sz="1400"/>
            </a:lvl3pPr>
            <a:lvl4pPr marL="1371600" indent="0">
              <a:lnSpc>
                <a:spcPct val="150000"/>
              </a:lnSpc>
              <a:spcBef>
                <a:spcPts val="1000"/>
              </a:spcBef>
              <a:buNone/>
              <a:defRPr sz="1200"/>
            </a:lvl4pPr>
            <a:lvl5pPr marL="1828800" indent="0">
              <a:lnSpc>
                <a:spcPct val="150000"/>
              </a:lnSpc>
              <a:spcBef>
                <a:spcPts val="1000"/>
              </a:spcBef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760CD5A6-A0E4-A658-65B1-0D6C0533166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548813" y="-22860"/>
            <a:ext cx="2651760" cy="6903720"/>
          </a:xfrm>
        </p:spPr>
        <p:txBody>
          <a:bodyPr lIns="182880" tIns="274320" rIns="18288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0056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6CBD635-4863-B127-5668-D2C7DA8CDE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1629720-DD91-8012-686D-AABA439870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0911820" y="0"/>
            <a:ext cx="913577" cy="68580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70117" y="185195"/>
            <a:ext cx="6930838" cy="1505493"/>
          </a:xfrm>
        </p:spPr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FB27827-7491-B1C2-D9C5-975A9FF66E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8788" y="-22860"/>
            <a:ext cx="3291840" cy="6903720"/>
          </a:xfrm>
        </p:spPr>
        <p:txBody>
          <a:bodyPr lIns="182880" tIns="274320" rIns="18288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7D4D4555-A25D-09B6-36AF-5977189F2DD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70116" y="2022395"/>
            <a:ext cx="6941703" cy="4297680"/>
          </a:xfrm>
        </p:spPr>
        <p:txBody>
          <a:bodyPr>
            <a:normAutofit/>
          </a:bodyPr>
          <a:lstStyle>
            <a:lvl1pPr marL="228600" indent="-228600">
              <a:spcBef>
                <a:spcPts val="1000"/>
              </a:spcBef>
              <a:spcAft>
                <a:spcPts val="1500"/>
              </a:spcAft>
              <a:buFont typeface="Arial" panose="020B0604020202020204" pitchFamily="34" charset="0"/>
              <a:buChar char="•"/>
              <a:defRPr sz="1800"/>
            </a:lvl1pPr>
            <a:lvl2pPr>
              <a:spcBef>
                <a:spcPts val="1000"/>
              </a:spcBef>
              <a:spcAft>
                <a:spcPts val="1500"/>
              </a:spcAft>
              <a:defRPr sz="1800"/>
            </a:lvl2pPr>
            <a:lvl3pPr>
              <a:spcBef>
                <a:spcPts val="1000"/>
              </a:spcBef>
              <a:spcAft>
                <a:spcPts val="1500"/>
              </a:spcAft>
              <a:defRPr sz="1800"/>
            </a:lvl3pPr>
            <a:lvl4pPr>
              <a:spcBef>
                <a:spcPts val="1000"/>
              </a:spcBef>
              <a:spcAft>
                <a:spcPts val="1500"/>
              </a:spcAft>
              <a:defRPr sz="1800"/>
            </a:lvl4pPr>
            <a:lvl5pPr>
              <a:spcBef>
                <a:spcPts val="1000"/>
              </a:spcBef>
              <a:spcAft>
                <a:spcPts val="15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23740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9E49FCE-658C-FF5A-6405-3D10F1AC1B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903C516-D418-5E3E-1E4E-1DF846433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7BF5B15-0E8A-A82C-6E9C-FCF3FBAAD4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54B33CA-9490-C8E1-FE4F-06367AF292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586824F-3198-FE44-5A4A-70312048DA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058CD71-6E97-B6A9-11B6-867ED408DE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E9FDAA6-BDE8-D6C3-17CD-F87BFB54F5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42A0738D-E9A9-14B7-4739-62E402B0C2D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34961" y="2032663"/>
            <a:ext cx="4463005" cy="406749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sz="1800"/>
            </a:lvl1pPr>
            <a:lvl2pPr marL="0">
              <a:spcBef>
                <a:spcPts val="1000"/>
              </a:spcBef>
              <a:spcAft>
                <a:spcPts val="500"/>
              </a:spcAft>
              <a:defRPr sz="1800"/>
            </a:lvl2pPr>
            <a:lvl3pPr marL="457200">
              <a:spcBef>
                <a:spcPts val="1000"/>
              </a:spcBef>
              <a:spcAft>
                <a:spcPts val="500"/>
              </a:spcAft>
              <a:defRPr sz="1800"/>
            </a:lvl3pPr>
            <a:lvl4pPr marL="685800">
              <a:spcBef>
                <a:spcPts val="1000"/>
              </a:spcBef>
              <a:spcAft>
                <a:spcPts val="500"/>
              </a:spcAft>
              <a:defRPr sz="1800"/>
            </a:lvl4pPr>
            <a:lvl5pPr marL="914400">
              <a:spcBef>
                <a:spcPts val="1000"/>
              </a:spcBef>
              <a:spcAft>
                <a:spcPts val="5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A766D4CB-8BCE-C6EE-EF57-A8A819EBD366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141720" y="2032663"/>
            <a:ext cx="5212080" cy="406749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sz="1800"/>
            </a:lvl1pPr>
            <a:lvl2pPr marL="0">
              <a:spcBef>
                <a:spcPts val="1000"/>
              </a:spcBef>
              <a:spcAft>
                <a:spcPts val="500"/>
              </a:spcAft>
              <a:defRPr sz="1800"/>
            </a:lvl2pPr>
            <a:lvl3pPr marL="457200">
              <a:spcBef>
                <a:spcPts val="1000"/>
              </a:spcBef>
              <a:spcAft>
                <a:spcPts val="500"/>
              </a:spcAft>
              <a:defRPr sz="1800"/>
            </a:lvl3pPr>
            <a:lvl4pPr marL="685800">
              <a:spcBef>
                <a:spcPts val="1000"/>
              </a:spcBef>
              <a:spcAft>
                <a:spcPts val="500"/>
              </a:spcAft>
              <a:defRPr sz="1800"/>
            </a:lvl4pPr>
            <a:lvl5pPr marL="914400">
              <a:spcBef>
                <a:spcPts val="1000"/>
              </a:spcBef>
              <a:spcAft>
                <a:spcPts val="5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756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436E0F2-A64B-471E-93C0-8DFE08CC57C8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C1E3AB1-2A8C-4607-9FAE-D8BDB280FE1A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6D66059-832F-40B6-A35F-F56C8F38A1E7}"/>
              </a:ext>
            </a:extLst>
          </p:cNvPr>
          <p:cNvCxnSpPr>
            <a:cxnSpLocks/>
          </p:cNvCxnSpPr>
          <p:nvPr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515E2ED-7EA9-448D-83FA-54C3DF9723BD}"/>
              </a:ext>
            </a:extLst>
          </p:cNvPr>
          <p:cNvCxnSpPr>
            <a:cxnSpLocks/>
          </p:cNvCxnSpPr>
          <p:nvPr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0595356-EABD-4767-AC9D-EA21FF115EC0}"/>
              </a:ext>
            </a:extLst>
          </p:cNvPr>
          <p:cNvCxnSpPr>
            <a:cxnSpLocks/>
          </p:cNvCxnSpPr>
          <p:nvPr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8CD9F06-9628-469C-B788-A894E3E08281}"/>
              </a:ext>
            </a:extLst>
          </p:cNvPr>
          <p:cNvCxnSpPr>
            <a:cxnSpLocks/>
          </p:cNvCxnSpPr>
          <p:nvPr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550A431-0B61-421B-B4B7-24C0CFF0F938}"/>
              </a:ext>
            </a:extLst>
          </p:cNvPr>
          <p:cNvCxnSpPr>
            <a:cxnSpLocks/>
          </p:cNvCxnSpPr>
          <p:nvPr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5B94C5-D205-4339-B029-5D0FD2E5F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533401"/>
            <a:ext cx="9906000" cy="13821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96DC5C-BD34-4CE4-8AA7-A6A4B9516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0" y="2009554"/>
            <a:ext cx="9906000" cy="4024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F192A7-D622-449D-9FC2-48FDE4D690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37102" y="6398878"/>
            <a:ext cx="419390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D6D8061D-18C3-4F4F-85EF-561633F5875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5B93C-2BE9-4847-BFE5-D3CBCC6E94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4429" y="6398878"/>
            <a:ext cx="449731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="1" spc="30" baseline="0">
                <a:solidFill>
                  <a:schemeClr val="tx2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70A99-395E-4F22-8AAB-6C7EE743D7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065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80" r:id="rId12"/>
    <p:sldLayoutId id="2147483683" r:id="rId13"/>
    <p:sldLayoutId id="2147483685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i="1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SzPct val="80000"/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336">
          <p15:clr>
            <a:srgbClr val="F26B43"/>
          </p15:clr>
        </p15:guide>
        <p15:guide id="4" orient="horz" pos="3984">
          <p15:clr>
            <a:srgbClr val="F26B43"/>
          </p15:clr>
        </p15:guide>
        <p15:guide id="5" pos="336">
          <p15:clr>
            <a:srgbClr val="F26B43"/>
          </p15:clr>
        </p15:guide>
        <p15:guide id="6" pos="7344">
          <p15:clr>
            <a:srgbClr val="F26B43"/>
          </p15:clr>
        </p15:guide>
        <p15:guide id="7" pos="720">
          <p15:clr>
            <a:srgbClr val="F26B43"/>
          </p15:clr>
        </p15:guide>
        <p15:guide id="8" pos="69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436E0F2-A64B-471E-93C0-8DFE08CC5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C1E3AB1-2A8C-4607-9FAE-D8BDB280F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6D66059-832F-40B6-A35F-F56C8F38A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515E2ED-7EA9-448D-83FA-54C3DF972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0595356-EABD-4767-AC9D-EA21FF115E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8CD9F06-9628-469C-B788-A894E3E08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550A431-0B61-421B-B4B7-24C0CFF0F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5E4165CA-2930-4841-AFB7-DD41E95F2D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Placeholder 8" descr="A swirl of interconnected blue lines and dots representing a matrix.">
            <a:extLst>
              <a:ext uri="{FF2B5EF4-FFF2-40B4-BE49-F238E27FC236}">
                <a16:creationId xmlns:a16="http://schemas.microsoft.com/office/drawing/2014/main" id="{E60E3A72-CA13-7107-E943-5F62ED7493D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33" r="5867" b="-1"/>
          <a:stretch>
            <a:fillRect/>
          </a:stretch>
        </p:blipFill>
        <p:spPr>
          <a:xfrm>
            <a:off x="-1154" y="10"/>
            <a:ext cx="12192000" cy="6857990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D8BE8C52-9C3E-4691-A186-7582BDF4B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0" y="696037"/>
            <a:ext cx="12188952" cy="5172500"/>
          </a:xfrm>
          <a:prstGeom prst="rect">
            <a:avLst/>
          </a:prstGeom>
          <a:gradFill>
            <a:gsLst>
              <a:gs pos="42000">
                <a:srgbClr val="000000">
                  <a:alpha val="23000"/>
                </a:srgbClr>
              </a:gs>
              <a:gs pos="0">
                <a:srgbClr val="000000">
                  <a:alpha val="0"/>
                </a:srgbClr>
              </a:gs>
              <a:gs pos="71000">
                <a:srgbClr val="000000">
                  <a:alpha val="2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9859" y="2024661"/>
            <a:ext cx="9144000" cy="261194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500" b="1" i="1" kern="1200" cap="all" baseline="0" dirty="0">
                <a:solidFill>
                  <a:srgbClr val="FFFFFF"/>
                </a:solidFill>
                <a:latin typeface="Amasis MT Pro Black" panose="020F0502020204030204" pitchFamily="18" charset="0"/>
              </a:rPr>
              <a:t>Ontology V13 Review</a:t>
            </a:r>
          </a:p>
        </p:txBody>
      </p:sp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2181D-911C-1343-7267-E35AC86CCA0E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>
            <a:noAutofit/>
          </a:bodyPr>
          <a:lstStyle/>
          <a:p>
            <a:r>
              <a:rPr lang="en-US" dirty="0"/>
              <a:t>AGENDA</a:t>
            </a:r>
          </a:p>
        </p:txBody>
      </p:sp>
      <p:pic>
        <p:nvPicPr>
          <p:cNvPr id="11" name="Picture Placeholder 10" descr="A fallen tree trunk with hands from many different individuals on the trunk conveying collaboration.&#10;&#10;">
            <a:extLst>
              <a:ext uri="{FF2B5EF4-FFF2-40B4-BE49-F238E27FC236}">
                <a16:creationId xmlns:a16="http://schemas.microsoft.com/office/drawing/2014/main" id="{AFAD9ECC-C9BD-C73C-0630-12BDA9558ED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05" r="21005"/>
          <a:stretch>
            <a:fillRect/>
          </a:stretch>
        </p:blipFill>
        <p:spPr/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23F65F-6A1E-9372-4AC3-285B722554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V13 Additions</a:t>
            </a:r>
            <a:br>
              <a:rPr lang="en-US" dirty="0"/>
            </a:br>
            <a:r>
              <a:rPr lang="en-US" dirty="0"/>
              <a:t>Metadata Changes</a:t>
            </a:r>
            <a:br>
              <a:rPr lang="en-US" dirty="0"/>
            </a:br>
            <a:r>
              <a:rPr lang="en-US" dirty="0"/>
              <a:t>New Classes</a:t>
            </a:r>
            <a:br>
              <a:rPr lang="en-US" dirty="0"/>
            </a:br>
            <a:r>
              <a:rPr lang="en-US" dirty="0"/>
              <a:t>New Object Properties (Relationships)</a:t>
            </a:r>
          </a:p>
        </p:txBody>
      </p:sp>
    </p:spTree>
    <p:extLst>
      <p:ext uri="{BB962C8B-B14F-4D97-AF65-F5344CB8AC3E}">
        <p14:creationId xmlns:p14="http://schemas.microsoft.com/office/powerpoint/2010/main" val="1038351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06FFC-6F55-EF68-1D6C-8D77C9BA8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A7ABC-BBE3-BDD5-9B11-C920D92C08C9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dirty="0"/>
              <a:t>V13 Element Additions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AB2440-C4B3-EE0D-311C-B10E2AA21130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34961" y="2032663"/>
            <a:ext cx="10351848" cy="3794205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Elements without Options Sets</a:t>
            </a:r>
          </a:p>
          <a:p>
            <a:pPr marL="742950" lvl="2" indent="-285750"/>
            <a:r>
              <a:rPr lang="en-US" dirty="0"/>
              <a:t>All elements without option sets are added as Data Properties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Elements with Option Sets</a:t>
            </a:r>
          </a:p>
          <a:p>
            <a:pPr marL="742950" lvl="2" indent="-285750"/>
            <a:r>
              <a:rPr lang="en-US" dirty="0"/>
              <a:t>All elements with option sets are added as Class/Concept Schemes and each individual option set is added as a Named Individual</a:t>
            </a:r>
          </a:p>
          <a:p>
            <a:pPr marL="285750" indent="-285750"/>
            <a:r>
              <a:rPr lang="en-US" dirty="0"/>
              <a:t>From an Ontology review perspective, these cannot be changed – the review of new elements occurs through the OSC Elements repository.</a:t>
            </a:r>
          </a:p>
        </p:txBody>
      </p:sp>
    </p:spTree>
    <p:extLst>
      <p:ext uri="{BB962C8B-B14F-4D97-AF65-F5344CB8AC3E}">
        <p14:creationId xmlns:p14="http://schemas.microsoft.com/office/powerpoint/2010/main" val="3335648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8B3ED6-E455-8650-4BF5-67BA5A55C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EE955-21B9-0B6E-B13D-6053E3BF6C10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dirty="0"/>
              <a:t>Metadata Additions/Changes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9CC110-0815-6F24-60C3-129FEB22A0ED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903054" y="1915557"/>
            <a:ext cx="10351848" cy="3998860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New – Annotation Properties</a:t>
            </a:r>
          </a:p>
          <a:p>
            <a:pPr marL="742950" lvl="2" indent="-285750"/>
            <a:r>
              <a:rPr lang="en-US" dirty="0"/>
              <a:t>Text Format</a:t>
            </a:r>
          </a:p>
          <a:p>
            <a:pPr marL="742950" lvl="2" indent="-285750"/>
            <a:r>
              <a:rPr lang="en-US" dirty="0"/>
              <a:t>Minimum Count</a:t>
            </a:r>
          </a:p>
          <a:p>
            <a:pPr marL="742950" lvl="2" indent="-285750"/>
            <a:r>
              <a:rPr lang="en-US" dirty="0"/>
              <a:t>Maximum Count</a:t>
            </a:r>
          </a:p>
          <a:p>
            <a:pPr marL="742950" lvl="2" indent="-285750"/>
            <a:r>
              <a:rPr lang="en-US" dirty="0"/>
              <a:t>Maximum Length</a:t>
            </a:r>
          </a:p>
          <a:p>
            <a:pPr marL="742950" lvl="2" indent="-285750"/>
            <a:r>
              <a:rPr lang="en-US" dirty="0"/>
              <a:t>Minimum Inclusive Value</a:t>
            </a:r>
          </a:p>
          <a:p>
            <a:pPr marL="742950" lvl="2" indent="-285750"/>
            <a:r>
              <a:rPr lang="en-US" dirty="0"/>
              <a:t>Maximum Inclusive Value</a:t>
            </a:r>
          </a:p>
          <a:p>
            <a:pPr marL="742950" lvl="2" indent="-285750"/>
            <a:r>
              <a:rPr lang="en-US" dirty="0"/>
              <a:t>Decimal Places</a:t>
            </a:r>
          </a:p>
        </p:txBody>
      </p:sp>
    </p:spTree>
    <p:extLst>
      <p:ext uri="{BB962C8B-B14F-4D97-AF65-F5344CB8AC3E}">
        <p14:creationId xmlns:p14="http://schemas.microsoft.com/office/powerpoint/2010/main" val="5224441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39746-4C14-360A-0A64-7516679F6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0FE5F-FEC6-FE7B-C1FA-4D0A6C931258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dirty="0"/>
              <a:t>Metadata Additions/Changes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E1C4D2-F364-4138-0B4E-B66DBF9587C7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903054" y="1915557"/>
            <a:ext cx="10351848" cy="3998860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New – Annotation Properties</a:t>
            </a:r>
          </a:p>
          <a:p>
            <a:pPr marL="742950" lvl="2" indent="-285750"/>
            <a:r>
              <a:rPr lang="en-US" dirty="0"/>
              <a:t>Text Format</a:t>
            </a:r>
          </a:p>
          <a:p>
            <a:pPr marL="742950" lvl="2" indent="-285750"/>
            <a:r>
              <a:rPr lang="en-US" dirty="0"/>
              <a:t>Minimum Count</a:t>
            </a:r>
          </a:p>
          <a:p>
            <a:pPr marL="742950" lvl="2" indent="-285750"/>
            <a:r>
              <a:rPr lang="en-US" dirty="0"/>
              <a:t>Maximum Count</a:t>
            </a:r>
          </a:p>
          <a:p>
            <a:pPr marL="742950" lvl="2" indent="-285750"/>
            <a:r>
              <a:rPr lang="en-US" dirty="0"/>
              <a:t>Maximum Length</a:t>
            </a:r>
          </a:p>
          <a:p>
            <a:pPr marL="742950" lvl="2" indent="-285750"/>
            <a:r>
              <a:rPr lang="en-US" dirty="0"/>
              <a:t>Minimum Inclusive Value</a:t>
            </a:r>
          </a:p>
          <a:p>
            <a:pPr marL="742950" lvl="2" indent="-285750"/>
            <a:r>
              <a:rPr lang="en-US" dirty="0"/>
              <a:t>Maximum Inclusive Value</a:t>
            </a:r>
          </a:p>
          <a:p>
            <a:pPr marL="742950" lvl="2" indent="-285750"/>
            <a:r>
              <a:rPr lang="en-US" dirty="0"/>
              <a:t>Decimal Places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357400-D221-67EF-6946-14270D4547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023905" cy="685800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9125883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D94775-923F-0B7C-439C-8C1785AA3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68CF9-ED37-DBEF-5AF2-EA82E6DD18B2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dirty="0"/>
              <a:t>Metadata Additions/Changes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8E3AF6-429E-3AD2-B646-1A7A774309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023905" cy="685800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B2ED66C-B5D3-3824-757E-BDC41B9778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8095" y="4371975"/>
            <a:ext cx="9620250" cy="2486025"/>
          </a:xfrm>
          <a:prstGeom prst="rect">
            <a:avLst/>
          </a:prstGeom>
          <a:ln w="47625">
            <a:solidFill>
              <a:schemeClr val="accent1"/>
            </a:solidFill>
          </a:ln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38D7AFF5-E4E7-2297-9B4C-9E3949FFA99F}"/>
              </a:ext>
            </a:extLst>
          </p:cNvPr>
          <p:cNvSpPr/>
          <p:nvPr/>
        </p:nvSpPr>
        <p:spPr>
          <a:xfrm>
            <a:off x="1653702" y="340469"/>
            <a:ext cx="1011677" cy="212388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AF4AA3B-B717-A151-A7DE-A54FA12C543C}"/>
              </a:ext>
            </a:extLst>
          </p:cNvPr>
          <p:cNvSpPr/>
          <p:nvPr/>
        </p:nvSpPr>
        <p:spPr>
          <a:xfrm>
            <a:off x="2817779" y="6455924"/>
            <a:ext cx="1011677" cy="212388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8424723-5384-90A4-BE5D-3EE13F795391}"/>
              </a:ext>
            </a:extLst>
          </p:cNvPr>
          <p:cNvSpPr/>
          <p:nvPr/>
        </p:nvSpPr>
        <p:spPr>
          <a:xfrm>
            <a:off x="8265268" y="6446196"/>
            <a:ext cx="1011677" cy="212388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0B2CF03-3CBD-FEC7-1F9B-311CD80B05DA}"/>
              </a:ext>
            </a:extLst>
          </p:cNvPr>
          <p:cNvSpPr/>
          <p:nvPr/>
        </p:nvSpPr>
        <p:spPr>
          <a:xfrm>
            <a:off x="1533727" y="3009275"/>
            <a:ext cx="1462392" cy="18320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8927171-692F-0C97-6025-77C6C9D827BD}"/>
              </a:ext>
            </a:extLst>
          </p:cNvPr>
          <p:cNvSpPr/>
          <p:nvPr/>
        </p:nvSpPr>
        <p:spPr>
          <a:xfrm>
            <a:off x="2804809" y="6083032"/>
            <a:ext cx="1011677" cy="18320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2632B9C-E371-6D64-DB5E-3B633ACA2710}"/>
              </a:ext>
            </a:extLst>
          </p:cNvPr>
          <p:cNvSpPr/>
          <p:nvPr/>
        </p:nvSpPr>
        <p:spPr>
          <a:xfrm>
            <a:off x="5418307" y="2826071"/>
            <a:ext cx="1011677" cy="18320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50FDE89-B821-3DF3-FB1F-6E337AA0C488}"/>
              </a:ext>
            </a:extLst>
          </p:cNvPr>
          <p:cNvSpPr/>
          <p:nvPr/>
        </p:nvSpPr>
        <p:spPr>
          <a:xfrm>
            <a:off x="5492883" y="160507"/>
            <a:ext cx="1011677" cy="212388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84FBCD7-DAF8-6E66-B70D-25BD7E4CF6C0}"/>
              </a:ext>
            </a:extLst>
          </p:cNvPr>
          <p:cNvSpPr/>
          <p:nvPr/>
        </p:nvSpPr>
        <p:spPr>
          <a:xfrm>
            <a:off x="4000275" y="6083032"/>
            <a:ext cx="1011677" cy="18320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B708385-185A-2828-8249-1631D7C82E54}"/>
              </a:ext>
            </a:extLst>
          </p:cNvPr>
          <p:cNvSpPr/>
          <p:nvPr/>
        </p:nvSpPr>
        <p:spPr>
          <a:xfrm>
            <a:off x="5437763" y="3690625"/>
            <a:ext cx="1011677" cy="183204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3DB0815-D5D4-8298-EA1D-7A8D0929FDB7}"/>
              </a:ext>
            </a:extLst>
          </p:cNvPr>
          <p:cNvSpPr/>
          <p:nvPr/>
        </p:nvSpPr>
        <p:spPr>
          <a:xfrm>
            <a:off x="1653701" y="3873829"/>
            <a:ext cx="1342418" cy="183204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BBE2741-2818-5472-C579-73C6B484CB70}"/>
              </a:ext>
            </a:extLst>
          </p:cNvPr>
          <p:cNvSpPr/>
          <p:nvPr/>
        </p:nvSpPr>
        <p:spPr>
          <a:xfrm>
            <a:off x="2804808" y="6262992"/>
            <a:ext cx="1011677" cy="183204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E43656D-E1EE-C62F-2263-1EE558A52B64}"/>
              </a:ext>
            </a:extLst>
          </p:cNvPr>
          <p:cNvSpPr/>
          <p:nvPr/>
        </p:nvSpPr>
        <p:spPr>
          <a:xfrm>
            <a:off x="4016712" y="6272720"/>
            <a:ext cx="1011677" cy="183204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4323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6B16A-C3F8-EDAF-9B7A-E6C70B3BC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D7B61-BFDC-791D-937B-89D4311AF55E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dirty="0"/>
              <a:t>Metadata Additions/Changes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CCEADC-4A8F-037E-0797-FC03875188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023905" cy="685800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1B2465C-EC08-CC81-B57E-317DBFABFB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8095" y="4371975"/>
            <a:ext cx="9620250" cy="2486025"/>
          </a:xfrm>
          <a:prstGeom prst="rect">
            <a:avLst/>
          </a:prstGeom>
          <a:ln w="47625">
            <a:solidFill>
              <a:schemeClr val="accent1"/>
            </a:solidFill>
          </a:ln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8E4328DE-AC6A-CAE7-A2C8-11058D69D477}"/>
              </a:ext>
            </a:extLst>
          </p:cNvPr>
          <p:cNvSpPr/>
          <p:nvPr/>
        </p:nvSpPr>
        <p:spPr>
          <a:xfrm>
            <a:off x="1653702" y="340469"/>
            <a:ext cx="1011677" cy="212388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C25B67A-D862-E127-C81C-6E183CC90D74}"/>
              </a:ext>
            </a:extLst>
          </p:cNvPr>
          <p:cNvSpPr/>
          <p:nvPr/>
        </p:nvSpPr>
        <p:spPr>
          <a:xfrm>
            <a:off x="2817779" y="6455924"/>
            <a:ext cx="1011677" cy="212388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BA0F9B-2692-BC7E-1C1F-4C026DADC13F}"/>
              </a:ext>
            </a:extLst>
          </p:cNvPr>
          <p:cNvSpPr/>
          <p:nvPr/>
        </p:nvSpPr>
        <p:spPr>
          <a:xfrm>
            <a:off x="8265268" y="6446196"/>
            <a:ext cx="1011677" cy="212388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E867A7E-0F1C-AFA8-DEFC-F58C7E06A93A}"/>
              </a:ext>
            </a:extLst>
          </p:cNvPr>
          <p:cNvSpPr/>
          <p:nvPr/>
        </p:nvSpPr>
        <p:spPr>
          <a:xfrm>
            <a:off x="1533727" y="3009275"/>
            <a:ext cx="1462392" cy="18320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FE8C64A-C2E0-E888-5EFD-B034CE1DF8CA}"/>
              </a:ext>
            </a:extLst>
          </p:cNvPr>
          <p:cNvSpPr/>
          <p:nvPr/>
        </p:nvSpPr>
        <p:spPr>
          <a:xfrm>
            <a:off x="2804809" y="6083032"/>
            <a:ext cx="1011677" cy="18320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836DF1D-885C-5131-CB55-4044F1CA7090}"/>
              </a:ext>
            </a:extLst>
          </p:cNvPr>
          <p:cNvSpPr/>
          <p:nvPr/>
        </p:nvSpPr>
        <p:spPr>
          <a:xfrm>
            <a:off x="5418307" y="2826071"/>
            <a:ext cx="1011677" cy="18320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F0F41A8-C2E1-B2D8-1BE2-EAD2EF1D6385}"/>
              </a:ext>
            </a:extLst>
          </p:cNvPr>
          <p:cNvSpPr/>
          <p:nvPr/>
        </p:nvSpPr>
        <p:spPr>
          <a:xfrm>
            <a:off x="5492883" y="160507"/>
            <a:ext cx="1011677" cy="212388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6ED8EB3-4DDB-6D30-5AEE-BACAD47584D8}"/>
              </a:ext>
            </a:extLst>
          </p:cNvPr>
          <p:cNvSpPr/>
          <p:nvPr/>
        </p:nvSpPr>
        <p:spPr>
          <a:xfrm>
            <a:off x="4000275" y="6083032"/>
            <a:ext cx="1011677" cy="18320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528AE47-7754-75FE-BB4E-854F6C44C114}"/>
              </a:ext>
            </a:extLst>
          </p:cNvPr>
          <p:cNvSpPr/>
          <p:nvPr/>
        </p:nvSpPr>
        <p:spPr>
          <a:xfrm>
            <a:off x="5437763" y="3690625"/>
            <a:ext cx="1011677" cy="183204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3BB4D34-51C5-F4EE-0FED-1C82EE18B1BE}"/>
              </a:ext>
            </a:extLst>
          </p:cNvPr>
          <p:cNvSpPr/>
          <p:nvPr/>
        </p:nvSpPr>
        <p:spPr>
          <a:xfrm>
            <a:off x="1653701" y="3873829"/>
            <a:ext cx="1342418" cy="183204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F94CF01-F5BF-1F2D-DF2D-21DE19CCFF3D}"/>
              </a:ext>
            </a:extLst>
          </p:cNvPr>
          <p:cNvSpPr/>
          <p:nvPr/>
        </p:nvSpPr>
        <p:spPr>
          <a:xfrm>
            <a:off x="2804808" y="6262992"/>
            <a:ext cx="1011677" cy="183204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AA6C83F-9C32-2C95-8DDE-9831F157AA1A}"/>
              </a:ext>
            </a:extLst>
          </p:cNvPr>
          <p:cNvSpPr/>
          <p:nvPr/>
        </p:nvSpPr>
        <p:spPr>
          <a:xfrm>
            <a:off x="4016712" y="6272720"/>
            <a:ext cx="1011677" cy="183204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399AC852-8ACD-AD15-8307-AD8CA5A677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3948" y="-164577"/>
            <a:ext cx="6338052" cy="5107021"/>
          </a:xfrm>
          <a:prstGeom prst="rect">
            <a:avLst/>
          </a:prstGeom>
          <a:ln w="34925">
            <a:solidFill>
              <a:schemeClr val="bg1">
                <a:lumMod val="65000"/>
              </a:schemeClr>
            </a:solidFill>
          </a:ln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6DD122CC-0E20-0D09-B1EC-D8BE63DD94D7}"/>
              </a:ext>
            </a:extLst>
          </p:cNvPr>
          <p:cNvSpPr/>
          <p:nvPr/>
        </p:nvSpPr>
        <p:spPr>
          <a:xfrm>
            <a:off x="5943601" y="964679"/>
            <a:ext cx="2957208" cy="31873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3739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C395A9-3769-B7E8-C7FB-4C4D95E13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27727-5EEF-3A44-5DE8-A642CB0A9B0C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dirty="0"/>
              <a:t>Metadata Additions/Changes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4270CA-03A7-112C-73AB-2B7C3C520577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903054" y="1915557"/>
            <a:ext cx="10351848" cy="3998860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New – Annotation Properties</a:t>
            </a:r>
          </a:p>
          <a:p>
            <a:pPr marL="742950" lvl="2" indent="-285750"/>
            <a:r>
              <a:rPr lang="en-US" dirty="0"/>
              <a:t>Text Format</a:t>
            </a:r>
          </a:p>
          <a:p>
            <a:pPr marL="742950" lvl="2" indent="-285750"/>
            <a:r>
              <a:rPr lang="en-US" dirty="0"/>
              <a:t>Minimum Count</a:t>
            </a:r>
          </a:p>
          <a:p>
            <a:pPr marL="742950" lvl="2" indent="-285750"/>
            <a:r>
              <a:rPr lang="en-US" dirty="0"/>
              <a:t>Maximum Count</a:t>
            </a:r>
          </a:p>
          <a:p>
            <a:pPr marL="742950" lvl="2" indent="-285750"/>
            <a:r>
              <a:rPr lang="en-US" dirty="0"/>
              <a:t>Maximum Length</a:t>
            </a:r>
          </a:p>
          <a:p>
            <a:pPr marL="742950" lvl="2" indent="-285750"/>
            <a:r>
              <a:rPr lang="en-US" dirty="0"/>
              <a:t>Minimum Inclusive Value</a:t>
            </a:r>
          </a:p>
          <a:p>
            <a:pPr marL="742950" lvl="2" indent="-285750"/>
            <a:r>
              <a:rPr lang="en-US" dirty="0"/>
              <a:t>Maximum Inclusive Value</a:t>
            </a:r>
          </a:p>
          <a:p>
            <a:pPr marL="742950" lvl="2" indent="-285750"/>
            <a:r>
              <a:rPr lang="en-US" dirty="0"/>
              <a:t>Decimal Places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437C8B-DCB4-A975-94AB-EF467DF266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023905" cy="685800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008618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71461E-D09D-53BA-832D-A69A7A595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28D64-A5FF-4C54-A588-46C1FB75251C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dirty="0"/>
              <a:t>Metadata Additions/Changes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C258FA-2948-44FB-A371-73A2FB90BDA9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920076" y="1915557"/>
            <a:ext cx="10351848" cy="3998860"/>
          </a:xfrm>
          <a:solidFill>
            <a:schemeClr val="bg1"/>
          </a:solidFill>
        </p:spPr>
        <p:txBody>
          <a:bodyPr>
            <a:normAutofit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New – Annotation Properties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New – Edit History</a:t>
            </a:r>
          </a:p>
          <a:p>
            <a:pPr marL="742950" lvl="2" indent="-285750"/>
            <a:r>
              <a:rPr lang="en-US" dirty="0"/>
              <a:t>Edit History – as a property that can include all classes, properties, and named individuals</a:t>
            </a:r>
          </a:p>
          <a:p>
            <a:pPr marL="742950" lvl="2" indent="-285750"/>
            <a:r>
              <a:rPr lang="en-US" dirty="0"/>
              <a:t>Edit History Entry – the class</a:t>
            </a:r>
          </a:p>
          <a:p>
            <a:pPr marL="742950" lvl="2" indent="-285750"/>
            <a:r>
              <a:rPr lang="en-US" dirty="0"/>
              <a:t>Change Date</a:t>
            </a:r>
          </a:p>
          <a:p>
            <a:pPr marL="742950" lvl="2" indent="-285750"/>
            <a:r>
              <a:rPr lang="en-US" dirty="0"/>
              <a:t>Change Version</a:t>
            </a:r>
          </a:p>
          <a:p>
            <a:pPr marL="742950" lvl="2" indent="-285750"/>
            <a:r>
              <a:rPr lang="en-US" dirty="0"/>
              <a:t>Change Description</a:t>
            </a:r>
          </a:p>
          <a:p>
            <a:pPr marL="742950" lvl="2" indent="-285750"/>
            <a:r>
              <a:rPr lang="en-US" dirty="0"/>
              <a:t>Issue Link</a:t>
            </a:r>
          </a:p>
          <a:p>
            <a:pPr marL="742950" lvl="2" indent="-285750"/>
            <a:r>
              <a:rPr lang="en-US" dirty="0"/>
              <a:t>Changed By</a:t>
            </a:r>
          </a:p>
        </p:txBody>
      </p:sp>
    </p:spTree>
    <p:extLst>
      <p:ext uri="{BB962C8B-B14F-4D97-AF65-F5344CB8AC3E}">
        <p14:creationId xmlns:p14="http://schemas.microsoft.com/office/powerpoint/2010/main" val="5858905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9096F-234E-3571-6473-007247200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A576DA-DA3E-578A-DCCB-B4325CDC69B4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920076" y="1915557"/>
            <a:ext cx="10351848" cy="3998860"/>
          </a:xfrm>
          <a:solidFill>
            <a:schemeClr val="bg1"/>
          </a:solidFill>
        </p:spPr>
        <p:txBody>
          <a:bodyPr>
            <a:normAutofit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New – Annotation Properties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New – Edit History</a:t>
            </a:r>
          </a:p>
          <a:p>
            <a:pPr marL="742950" lvl="2" indent="-285750"/>
            <a:r>
              <a:rPr lang="en-US" dirty="0"/>
              <a:t>Edit History – as a property that can include all classes, properties, and named individuals</a:t>
            </a:r>
          </a:p>
          <a:p>
            <a:pPr marL="742950" lvl="2" indent="-285750"/>
            <a:r>
              <a:rPr lang="en-US" dirty="0"/>
              <a:t>Edit History Entry – the class</a:t>
            </a:r>
          </a:p>
          <a:p>
            <a:pPr marL="742950" lvl="2" indent="-285750"/>
            <a:r>
              <a:rPr lang="en-US" dirty="0"/>
              <a:t>Change Date</a:t>
            </a:r>
          </a:p>
          <a:p>
            <a:pPr marL="742950" lvl="2" indent="-285750"/>
            <a:r>
              <a:rPr lang="en-US" dirty="0"/>
              <a:t>Change Version</a:t>
            </a:r>
          </a:p>
          <a:p>
            <a:pPr marL="742950" lvl="2" indent="-285750"/>
            <a:r>
              <a:rPr lang="en-US" dirty="0"/>
              <a:t>Change Description</a:t>
            </a:r>
          </a:p>
          <a:p>
            <a:pPr marL="742950" lvl="2" indent="-285750"/>
            <a:r>
              <a:rPr lang="en-US" dirty="0"/>
              <a:t>Issue Link</a:t>
            </a:r>
          </a:p>
          <a:p>
            <a:pPr marL="742950" lvl="2" indent="-285750"/>
            <a:r>
              <a:rPr lang="en-US" dirty="0"/>
              <a:t>Changed By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9364FB-934A-2452-2F43-33A74C42DF3C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dirty="0"/>
              <a:t>Metadata Additions/Changes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284732E-5CA9-7155-4DD6-AC50F458AC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2154" y="35631"/>
            <a:ext cx="10138421" cy="2401940"/>
          </a:xfrm>
          <a:prstGeom prst="rect">
            <a:avLst/>
          </a:prstGeom>
          <a:ln w="25400">
            <a:solidFill>
              <a:schemeClr val="accent1">
                <a:shade val="15000"/>
              </a:schemeClr>
            </a:solidFill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361DF18-6458-3FDF-B5D8-AACC4AFB6DE3}"/>
              </a:ext>
            </a:extLst>
          </p:cNvPr>
          <p:cNvSpPr/>
          <p:nvPr/>
        </p:nvSpPr>
        <p:spPr>
          <a:xfrm>
            <a:off x="1630805" y="4138785"/>
            <a:ext cx="1575881" cy="245787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9F61756-9470-120D-466B-F3E98BE9964F}"/>
              </a:ext>
            </a:extLst>
          </p:cNvPr>
          <p:cNvSpPr/>
          <p:nvPr/>
        </p:nvSpPr>
        <p:spPr>
          <a:xfrm>
            <a:off x="2665378" y="1842207"/>
            <a:ext cx="2694561" cy="151086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EB24A07-074E-3C0C-D2C3-7CB04B20EA29}"/>
              </a:ext>
            </a:extLst>
          </p:cNvPr>
          <p:cNvSpPr/>
          <p:nvPr/>
        </p:nvSpPr>
        <p:spPr>
          <a:xfrm>
            <a:off x="1622897" y="2796358"/>
            <a:ext cx="7651739" cy="710119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5C89CC5-3D8A-40A3-BA75-A26E15394023}"/>
              </a:ext>
            </a:extLst>
          </p:cNvPr>
          <p:cNvSpPr/>
          <p:nvPr/>
        </p:nvSpPr>
        <p:spPr>
          <a:xfrm>
            <a:off x="2140085" y="1301721"/>
            <a:ext cx="9920490" cy="1007014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30F6C40-AD7E-5ECF-BFD3-D50B446419A0}"/>
              </a:ext>
            </a:extLst>
          </p:cNvPr>
          <p:cNvSpPr/>
          <p:nvPr/>
        </p:nvSpPr>
        <p:spPr>
          <a:xfrm>
            <a:off x="1622897" y="4538563"/>
            <a:ext cx="1820694" cy="29608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4885C3-9E88-FAD3-8787-2C6CC56F97B1}"/>
              </a:ext>
            </a:extLst>
          </p:cNvPr>
          <p:cNvSpPr/>
          <p:nvPr/>
        </p:nvSpPr>
        <p:spPr>
          <a:xfrm>
            <a:off x="10230384" y="1573563"/>
            <a:ext cx="1820694" cy="29608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DC6DA05-6C9D-3424-F3FD-C9C6622A0F11}"/>
              </a:ext>
            </a:extLst>
          </p:cNvPr>
          <p:cNvSpPr/>
          <p:nvPr/>
        </p:nvSpPr>
        <p:spPr>
          <a:xfrm>
            <a:off x="2533244" y="1651272"/>
            <a:ext cx="1820694" cy="16955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349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FA2B2-758D-9A03-D096-9AA109605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A3F70-E7A0-0361-357E-8262BAFCBB35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dirty="0"/>
              <a:t>Class &amp; Property Additions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8EC80C-1210-878A-AD90-B971D9D39BD9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920076" y="1915557"/>
            <a:ext cx="10351848" cy="3998860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New - Classes</a:t>
            </a:r>
          </a:p>
        </p:txBody>
      </p:sp>
    </p:spTree>
    <p:extLst>
      <p:ext uri="{BB962C8B-B14F-4D97-AF65-F5344CB8AC3E}">
        <p14:creationId xmlns:p14="http://schemas.microsoft.com/office/powerpoint/2010/main" val="39632610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F311B-DFCB-954E-AA19-824EAE996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EBE5F7B-F12B-1995-A745-A00298F4B4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C4207AF-B009-2E3F-8A0C-A90FAD0B9E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291829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488C115-924E-F10B-8F26-8B7BF517B9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275135"/>
            <a:ext cx="12192000" cy="2582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9729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5DBC15-680C-10A2-1203-752D004FE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74E6069-CF4B-FBCC-9979-4E602B51DF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2C3F46B-A7BE-2097-D27C-8D17E65980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295256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071E608-9C12-2EF0-15D2-392D61B454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028646"/>
            <a:ext cx="12192000" cy="2241025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D900BF1-1A5F-7D7F-4FBC-D11E89811A94}"/>
              </a:ext>
            </a:extLst>
          </p:cNvPr>
          <p:cNvCxnSpPr/>
          <p:nvPr/>
        </p:nvCxnSpPr>
        <p:spPr>
          <a:xfrm>
            <a:off x="600364" y="4747491"/>
            <a:ext cx="2281381" cy="143163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0FA9F63-5052-3DA3-0F9F-D8F459604AC6}"/>
              </a:ext>
            </a:extLst>
          </p:cNvPr>
          <p:cNvCxnSpPr>
            <a:cxnSpLocks/>
          </p:cNvCxnSpPr>
          <p:nvPr/>
        </p:nvCxnSpPr>
        <p:spPr>
          <a:xfrm flipV="1">
            <a:off x="600364" y="4516582"/>
            <a:ext cx="2281381" cy="183803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1988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BB04F-43B6-62A6-4ABF-FA23AB5A0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06D5ACC-B395-BA4E-9E58-148A95B9FB1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803637-07C0-65B9-F00F-7BD15378E0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5246"/>
            <a:ext cx="12192000" cy="6167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2781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05680-75B3-BD51-D319-A21DBFAB4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D6B9E2C-5DBF-BB47-055B-CE08D6E6DB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49A0DF-CF22-6C58-3B01-9BBC6D3A08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1229" y="2295525"/>
            <a:ext cx="9753600" cy="45624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E325D02-7FE5-29CD-65D9-7AF0F56C83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6679" y="3429000"/>
            <a:ext cx="3981450" cy="4572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5A9A053-03A1-5E89-9C06-781F851DB2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8662"/>
            <a:ext cx="9629775" cy="27908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CF50B15-C27A-6D52-52C0-AB28FB1851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4125" y="2181225"/>
            <a:ext cx="3200400" cy="6096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AACC23F-4E77-B82D-30A7-7F841E06DE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" y="238125"/>
            <a:ext cx="4171950" cy="4381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DC0C88B-E3B5-3D98-243B-35A1182077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3725" y="66675"/>
            <a:ext cx="405605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6741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45ABC-4C3B-95FC-7C81-5832E0E28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EB4D72F-F6ED-FACA-B37F-CBC04CC8D17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DA7E4C-DF35-650B-E504-DF068A6913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9139" y="705141"/>
            <a:ext cx="6972300" cy="22193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A346574-6F44-5C52-70BC-7948DDCD75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4418" y="452728"/>
            <a:ext cx="2914650" cy="5048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E496C83-F6E5-80A4-EB5A-C2D5A16108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4125" y="4614572"/>
            <a:ext cx="7143750" cy="17907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70E2F40-C88E-362A-3032-A231409650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0155" y="3947531"/>
            <a:ext cx="3000375" cy="42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2137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2DBF62-8E58-1F62-FBF3-3E79DD465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C0AFA99-26DC-68A1-E6DE-E75E72E2001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C3AB7D-9128-AFE8-BB59-40288D82AE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45" y="76954"/>
            <a:ext cx="4882229" cy="670409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0F05EF4-186D-1235-93E8-E17544E26D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9400" y="6495673"/>
            <a:ext cx="3324225" cy="32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499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2085AA-0416-BA83-5A19-E947482AE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D45A645-3313-2287-2ABC-1FB03BE70D7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EC7D9F1-DAF8-9C11-6156-BE999868A8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45" y="76954"/>
            <a:ext cx="4882229" cy="670409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EAC87B1-5151-D050-ABF4-4357485099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9400" y="6495673"/>
            <a:ext cx="3324225" cy="3238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52CBA06-2625-FB59-CBD8-3A49F93B5C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12" y="422301"/>
            <a:ext cx="11973691" cy="5824589"/>
          </a:xfrm>
          <a:prstGeom prst="rect">
            <a:avLst/>
          </a:prstGeom>
          <a:ln w="25400">
            <a:solidFill>
              <a:schemeClr val="accent1">
                <a:shade val="15000"/>
              </a:schemeClr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F77E479-07C5-CAD4-1B10-67377E2B2B33}"/>
              </a:ext>
            </a:extLst>
          </p:cNvPr>
          <p:cNvSpPr txBox="1"/>
          <p:nvPr/>
        </p:nvSpPr>
        <p:spPr>
          <a:xfrm>
            <a:off x="1212463" y="5024764"/>
            <a:ext cx="12653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Program Participation Migrant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9FFD56-B8C7-975D-4F47-21EA8F31534F}"/>
              </a:ext>
            </a:extLst>
          </p:cNvPr>
          <p:cNvSpPr txBox="1"/>
          <p:nvPr/>
        </p:nvSpPr>
        <p:spPr>
          <a:xfrm>
            <a:off x="1468582" y="4024480"/>
            <a:ext cx="12653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Has Program Participation Migrant</a:t>
            </a:r>
          </a:p>
        </p:txBody>
      </p:sp>
    </p:spTree>
    <p:extLst>
      <p:ext uri="{BB962C8B-B14F-4D97-AF65-F5344CB8AC3E}">
        <p14:creationId xmlns:p14="http://schemas.microsoft.com/office/powerpoint/2010/main" val="21357335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8A3CD-2937-50F8-013D-70A5DEE4F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C54124E-82B0-F54F-BEEF-77B09EE614B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088D53-EEC2-D3DF-1FB1-45758704F9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42" y="566737"/>
            <a:ext cx="8010525" cy="13716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54F66A2-3DB5-4560-703C-A1E28BACFC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42" y="195262"/>
            <a:ext cx="4848225" cy="3714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17D781B-E971-5E90-B7E1-72BA30C104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7351" y="1825746"/>
            <a:ext cx="8996795" cy="503225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C00BC81-898E-A594-FF4E-F87F42DA6A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1496" y="3197346"/>
            <a:ext cx="3390900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5460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204C8-7064-E574-6DBF-1BF5700C7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7EEECBB-39A6-AD9F-5571-A2A5B8FF9CA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324DE1D-4F88-3141-84B6-F68B51C2E7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7412" y="514350"/>
            <a:ext cx="7877175" cy="58293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027E943-E5D0-0F3C-F659-AB7D373CB9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8540" y="1394835"/>
            <a:ext cx="2400300" cy="44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4312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C5DD61-4410-2223-08A2-426464746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D42D63E-3586-41EA-9A69-E768D065D74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985D3A5-6707-2917-09FA-A5933D689B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1225" y="1524000"/>
            <a:ext cx="7829550" cy="3810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4D7CDEC-7A5F-B43D-4A63-A7E29FE3F5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5809" y="646689"/>
            <a:ext cx="3276600" cy="44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6701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52E16-7566-C9A2-24A0-3D9BAEFF3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C018892-D117-7DAE-15D3-04E336D969B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A7D904-78D1-7C31-FFE9-96B0F4D19C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637" y="639618"/>
            <a:ext cx="9915525" cy="19431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E8BBF0D-8AB8-637F-0118-2B47CE6B7E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1146" y="328468"/>
            <a:ext cx="3200400" cy="4191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7148F34-5FBD-D87D-281D-7AA9B20501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82" y="4871181"/>
            <a:ext cx="11998036" cy="151821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E0C31FD-E855-0AFF-3326-E18C0F0478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3769" y="4094308"/>
            <a:ext cx="4467225" cy="36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2355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6668D-23F8-DFA4-76B1-CBB652287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74EF3-6E5B-5011-63C4-DA6BFB41BD7C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dirty="0"/>
              <a:t>Class &amp; Object Property Additions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5CB808-0894-810E-D83B-54DACB2A2CC2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920076" y="1915557"/>
            <a:ext cx="10351848" cy="3998860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New – Classes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New – Object Properties</a:t>
            </a:r>
          </a:p>
        </p:txBody>
      </p:sp>
    </p:spTree>
    <p:extLst>
      <p:ext uri="{BB962C8B-B14F-4D97-AF65-F5344CB8AC3E}">
        <p14:creationId xmlns:p14="http://schemas.microsoft.com/office/powerpoint/2010/main" val="5559869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4941C-B0E8-FB12-8AD5-F2E42B9DB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BA4840C-0D7B-FB66-24BC-87E1C519BB7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C565AB-1B7F-6FE3-F6C6-0D88C21DB5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41" y="836469"/>
            <a:ext cx="8115300" cy="10287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47385F2-9665-7B2C-FE05-B25A44DB0E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5953" y="255444"/>
            <a:ext cx="6010275" cy="5810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655D90C-C2BC-20DE-EE3E-2CEE52A080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948" y="3024187"/>
            <a:ext cx="6724650" cy="8096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9563B36-F36C-C627-1F58-EDE2624BD9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80503" y="2446194"/>
            <a:ext cx="4524375" cy="47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6625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6AB97-C716-5C21-6935-099E17A34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F18AAF9-B11F-8F68-BFCA-8F574896EC4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48493F5-8AF4-4C3E-333F-4BBFE31CB9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59" y="1170420"/>
            <a:ext cx="9944100" cy="9334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E71B13F-556D-F23F-D8B0-D921D20696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0325" y="470621"/>
            <a:ext cx="6991350" cy="4857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A6303CA-1969-53CD-B817-61E9F49676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7287" y="3033712"/>
            <a:ext cx="9877425" cy="7905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BAD9A93-0874-5769-D48A-80653A19C2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5999" y="2485880"/>
            <a:ext cx="7620000" cy="37147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18D6012-14FC-CE12-A4DB-E8C4BACC80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5784" y="5139890"/>
            <a:ext cx="9772650" cy="7810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EC9ECB8-3BB3-9894-B42F-261AB57FB4E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5999" y="4443412"/>
            <a:ext cx="7391400" cy="40957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2B5CB76-E3C6-3941-64C3-009F14E962D2}"/>
              </a:ext>
            </a:extLst>
          </p:cNvPr>
          <p:cNvSpPr txBox="1"/>
          <p:nvPr/>
        </p:nvSpPr>
        <p:spPr>
          <a:xfrm>
            <a:off x="10596995" y="842303"/>
            <a:ext cx="1089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Orphaned</a:t>
            </a:r>
          </a:p>
        </p:txBody>
      </p:sp>
    </p:spTree>
    <p:extLst>
      <p:ext uri="{BB962C8B-B14F-4D97-AF65-F5344CB8AC3E}">
        <p14:creationId xmlns:p14="http://schemas.microsoft.com/office/powerpoint/2010/main" val="10208336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9D47F-115C-5515-CB53-053009C46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80F859B-CB7E-7CFE-773F-A01D81C7885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0A5C37A-C973-A6DB-3337-1884E5F215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6507" y="1020184"/>
            <a:ext cx="6086475" cy="14001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B0C48A6-F74C-BF37-BFAF-EBEC4A3013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3507" y="293975"/>
            <a:ext cx="3495675" cy="56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7650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24395-2778-42BB-6B27-F85B1CFC9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03954DE-92FB-D71E-DB34-F04B683DC38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7230D2-ADFD-4F24-30D6-90C3293F05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8168" y="1181966"/>
            <a:ext cx="9029700" cy="7810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390FF1F-A86B-50E0-BA88-2976F49519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3103" y="555769"/>
            <a:ext cx="6200775" cy="3524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49A7817-65C6-A88D-AAE7-5AB9812704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2665" y="3000375"/>
            <a:ext cx="5581650" cy="8572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6697B37-5BF3-AB3D-49B8-A1955F2FF8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63103" y="2355128"/>
            <a:ext cx="6210300" cy="4667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37274DC-1EEB-E024-77CB-51609076EA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4875" y="4520189"/>
            <a:ext cx="10382250" cy="204787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AE7DA69-01FB-6C10-46B8-982282D548A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10753" y="4047692"/>
            <a:ext cx="5953125" cy="43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0705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A65E04-4773-7BB8-170B-5653EF99B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A516E1D-0B17-7B6C-2748-62B442EB4A6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6581E08-08C1-F120-7452-07F04C16D5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54" y="861045"/>
            <a:ext cx="11961091" cy="182762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3ED3297-A599-0A97-7691-B4E6A2B745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0275" y="406443"/>
            <a:ext cx="6886575" cy="44767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3F0A821-ECB8-EF14-84CE-E96F6B99E93A}"/>
              </a:ext>
            </a:extLst>
          </p:cNvPr>
          <p:cNvSpPr txBox="1"/>
          <p:nvPr/>
        </p:nvSpPr>
        <p:spPr>
          <a:xfrm>
            <a:off x="6072907" y="2262505"/>
            <a:ext cx="6003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Previous Version – Membership to Has Person Program Participation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73FAF3F-7A0E-0217-65D0-B881347B79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847" y="4297218"/>
            <a:ext cx="11724120" cy="197700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8ADBBC2-C300-22BD-681B-14891D25B8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6824" y="3787901"/>
            <a:ext cx="9658350" cy="43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3375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566425-68E9-1F4D-82FC-D6D01B381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347FA6A-0034-4216-70CC-A79848D47CA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512634-4EF4-1FA9-E015-E44BD21FF0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912" y="1207078"/>
            <a:ext cx="11306175" cy="9525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E0121B1-0733-64F8-9836-B84A30EEEE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2157" y="586220"/>
            <a:ext cx="7410450" cy="4762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C3E6318-0062-1732-7430-3FFFE13452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52" y="3561996"/>
            <a:ext cx="12044217" cy="69343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7D1758C-2645-6A6A-4EE0-27E8E82ADC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7318" y="2845379"/>
            <a:ext cx="6781800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56884"/>
      </p:ext>
    </p:extLst>
  </p:cSld>
  <p:clrMapOvr>
    <a:masterClrMapping/>
  </p:clrMapOvr>
</p:sld>
</file>

<file path=ppt/theme/theme1.xml><?xml version="1.0" encoding="utf-8"?>
<a:theme xmlns:a="http://schemas.openxmlformats.org/drawingml/2006/main" name="AngleLinesVTI">
  <a:themeElements>
    <a:clrScheme name="Custom 1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Walbaum Light Univers Light">
      <a:majorFont>
        <a:latin typeface="Walbaum Display Light"/>
        <a:ea typeface=""/>
        <a:cs typeface=""/>
      </a:majorFont>
      <a:minorFont>
        <a:latin typeface="Univers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ngleLinesVTI" id="{BC1FC193-C72F-4761-9899-1105EDF6BAE8}" vid="{64612625-F022-44B7-B9FA-9D26DEDBDC2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C20BE78-9FDF-401B-B412-3AA10EC5BEA3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30E62E91-3991-445A-ADE0-DB143B39320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C180A77-4928-484F-9529-F716C85D6A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afded6f5-d1d0-4596-a1c0-00c047dd6749}" enabled="1" method="Standard" siteId="{7a41925e-f697-4f7c-bec3-0470887ac752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{82A3AAD7-6768-4665-A43C-8246787AFA7A}TF020710ce-b2a3-4743-8ec4-0abcd2574951ef9f6aa4_win32-415a623b9e9a</Template>
  <TotalTime>1621</TotalTime>
  <Words>304</Words>
  <Application>Microsoft Office PowerPoint</Application>
  <PresentationFormat>Widescreen</PresentationFormat>
  <Paragraphs>79</Paragraphs>
  <Slides>29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Amasis MT Pro Black</vt:lpstr>
      <vt:lpstr>Aptos</vt:lpstr>
      <vt:lpstr>Arial</vt:lpstr>
      <vt:lpstr>Calibri</vt:lpstr>
      <vt:lpstr>Univers Condensed Light</vt:lpstr>
      <vt:lpstr>Walbaum Display Light</vt:lpstr>
      <vt:lpstr>AngleLinesVTI</vt:lpstr>
      <vt:lpstr>Ontology V13 Review</vt:lpstr>
      <vt:lpstr>AGENDA</vt:lpstr>
      <vt:lpstr>V13 Element Additions</vt:lpstr>
      <vt:lpstr>Metadata Additions/Changes</vt:lpstr>
      <vt:lpstr>Metadata Additions/Changes</vt:lpstr>
      <vt:lpstr>Metadata Additions/Changes</vt:lpstr>
      <vt:lpstr>Metadata Additions/Changes</vt:lpstr>
      <vt:lpstr>Metadata Additions/Changes</vt:lpstr>
      <vt:lpstr>Metadata Additions/Changes</vt:lpstr>
      <vt:lpstr>Metadata Additions/Changes</vt:lpstr>
      <vt:lpstr>Class &amp; Property Additions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Class &amp; Object Property Additions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Duane Brown</dc:creator>
  <cp:lastModifiedBy>Duane Brown</cp:lastModifiedBy>
  <cp:revision>2</cp:revision>
  <dcterms:created xsi:type="dcterms:W3CDTF">2025-10-17T18:52:43Z</dcterms:created>
  <dcterms:modified xsi:type="dcterms:W3CDTF">2025-11-05T16:50:46Z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